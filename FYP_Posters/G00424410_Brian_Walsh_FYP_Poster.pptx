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0" r:id="rId2"/>
    <p:sldMasterId id="2147483651" r:id="rId3"/>
  </p:sldMasterIdLst>
  <p:notesMasterIdLst>
    <p:notesMasterId r:id="rId5"/>
  </p:notesMasterIdLst>
  <p:sldIdLst>
    <p:sldId id="256" r:id="rId4"/>
  </p:sldIdLst>
  <p:sldSz cx="30275213" cy="4280376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Narrow"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Narrow"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Narrow"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Narrow"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Narrow"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5453">
          <p15:clr>
            <a:srgbClr val="A4A3A4"/>
          </p15:clr>
        </p15:guide>
        <p15:guide id="2" orient="horz" pos="24328">
          <p15:clr>
            <a:srgbClr val="A4A3A4"/>
          </p15:clr>
        </p15:guide>
        <p15:guide id="3" pos="-1319">
          <p15:clr>
            <a:srgbClr val="A4A3A4"/>
          </p15:clr>
        </p15:guide>
        <p15:guide id="4" pos="5663">
          <p15:clr>
            <a:srgbClr val="A4A3A4"/>
          </p15:clr>
        </p15:guide>
        <p15:guide id="5" pos="6027">
          <p15:clr>
            <a:srgbClr val="A4A3A4"/>
          </p15:clr>
        </p15:guide>
        <p15:guide id="6" pos="20354">
          <p15:clr>
            <a:srgbClr val="A4A3A4"/>
          </p15:clr>
        </p15:guide>
        <p15:guide id="7" pos="13008">
          <p15:clr>
            <a:srgbClr val="A4A3A4"/>
          </p15:clr>
        </p15:guide>
        <p15:guide id="8" pos="1337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791E"/>
    <a:srgbClr val="7BB9CB"/>
    <a:srgbClr val="005B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58"/>
  </p:normalViewPr>
  <p:slideViewPr>
    <p:cSldViewPr snapToGrid="0" snapToObjects="1">
      <p:cViewPr>
        <p:scale>
          <a:sx n="50" d="100"/>
          <a:sy n="50" d="100"/>
        </p:scale>
        <p:origin x="36" y="36"/>
      </p:cViewPr>
      <p:guideLst>
        <p:guide orient="horz" pos="5453"/>
        <p:guide orient="horz" pos="24328"/>
        <p:guide pos="-1319"/>
        <p:guide pos="5663"/>
        <p:guide pos="6027"/>
        <p:guide pos="20354"/>
        <p:guide pos="13008"/>
        <p:guide pos="1337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A7A4A280-C8E5-924D-9E25-061F4CE8118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150531" name="Rectangle 3">
            <a:extLst>
              <a:ext uri="{FF2B5EF4-FFF2-40B4-BE49-F238E27FC236}">
                <a16:creationId xmlns:a16="http://schemas.microsoft.com/office/drawing/2014/main" id="{C0895D04-FFEB-7148-B234-136A840A75AF}"/>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4100" name="Rectangle 4">
            <a:extLst>
              <a:ext uri="{FF2B5EF4-FFF2-40B4-BE49-F238E27FC236}">
                <a16:creationId xmlns:a16="http://schemas.microsoft.com/office/drawing/2014/main" id="{D41E0639-CFF4-5963-1B9D-96B2AB2068CC}"/>
              </a:ext>
            </a:extLst>
          </p:cNvPr>
          <p:cNvSpPr>
            <a:spLocks noGrp="1" noRot="1" noChangeAspect="1" noChangeArrowheads="1" noTextEdit="1"/>
          </p:cNvSpPr>
          <p:nvPr>
            <p:ph type="sldImg" idx="2"/>
          </p:nvPr>
        </p:nvSpPr>
        <p:spPr bwMode="auto">
          <a:xfrm>
            <a:off x="2216150" y="685800"/>
            <a:ext cx="24257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50533" name="Rectangle 5">
            <a:extLst>
              <a:ext uri="{FF2B5EF4-FFF2-40B4-BE49-F238E27FC236}">
                <a16:creationId xmlns:a16="http://schemas.microsoft.com/office/drawing/2014/main" id="{39500FB1-03CE-4B4C-8F60-932E5B66A19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a:extLst>
              <a:ext uri="{FF2B5EF4-FFF2-40B4-BE49-F238E27FC236}">
                <a16:creationId xmlns:a16="http://schemas.microsoft.com/office/drawing/2014/main" id="{ECFF8F2F-2190-5A42-B565-0A0F4AA4486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150535" name="Rectangle 7">
            <a:extLst>
              <a:ext uri="{FF2B5EF4-FFF2-40B4-BE49-F238E27FC236}">
                <a16:creationId xmlns:a16="http://schemas.microsoft.com/office/drawing/2014/main" id="{18A25556-E38B-FC47-A496-B2BE4B28BE3A}"/>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279825C3-825B-3946-BD16-73028C00BCBD}" type="slidenum">
              <a:rPr lang="en-US" altLang="fr-FR"/>
              <a:pPr/>
              <a:t>‹#›</a:t>
            </a:fld>
            <a:endParaRPr lang="en-US" altLang="fr-F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2CF0326D-B42B-2078-55AA-A505B5B3C7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BC2154B2-0A24-0045-AE1A-F198D54910BE}" type="slidenum">
              <a:rPr lang="en-US" altLang="fr-FR"/>
              <a:pPr>
                <a:spcBef>
                  <a:spcPct val="0"/>
                </a:spcBef>
              </a:pPr>
              <a:t>1</a:t>
            </a:fld>
            <a:endParaRPr lang="en-US" altLang="fr-FR"/>
          </a:p>
        </p:txBody>
      </p:sp>
      <p:sp>
        <p:nvSpPr>
          <p:cNvPr id="6146" name="Rectangle 2">
            <a:extLst>
              <a:ext uri="{FF2B5EF4-FFF2-40B4-BE49-F238E27FC236}">
                <a16:creationId xmlns:a16="http://schemas.microsoft.com/office/drawing/2014/main" id="{73CE1FE0-B498-4E2C-FED1-A4813984C32D}"/>
              </a:ext>
            </a:extLst>
          </p:cNvPr>
          <p:cNvSpPr>
            <a:spLocks noGrp="1" noRot="1" noChangeAspect="1" noChangeArrowheads="1" noTextEdit="1"/>
          </p:cNvSpPr>
          <p:nvPr>
            <p:ph type="sldImg"/>
          </p:nvPr>
        </p:nvSpPr>
        <p:spPr>
          <a:ln/>
        </p:spPr>
        <p:txBody>
          <a:bodyPr/>
          <a:lstStyle/>
          <a:p>
            <a:endParaRPr lang="en-GB"/>
          </a:p>
        </p:txBody>
      </p:sp>
      <p:sp>
        <p:nvSpPr>
          <p:cNvPr id="6147" name="Rectangle 3">
            <a:extLst>
              <a:ext uri="{FF2B5EF4-FFF2-40B4-BE49-F238E27FC236}">
                <a16:creationId xmlns:a16="http://schemas.microsoft.com/office/drawing/2014/main" id="{6A8B6B37-8961-D78A-02C3-7A1B6EFB7F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46" y="13297726"/>
            <a:ext cx="25733329" cy="9173448"/>
          </a:xfrm>
        </p:spPr>
        <p:txBody>
          <a:bodyPr/>
          <a:lstStyle/>
          <a:p>
            <a:r>
              <a:rPr lang="en-US"/>
              <a:t>Click to edit Master title style</a:t>
            </a:r>
            <a:endParaRPr lang="en-GB"/>
          </a:p>
        </p:txBody>
      </p:sp>
      <p:sp>
        <p:nvSpPr>
          <p:cNvPr id="3" name="Subtitle 2"/>
          <p:cNvSpPr>
            <a:spLocks noGrp="1"/>
          </p:cNvSpPr>
          <p:nvPr>
            <p:ph type="subTitle" idx="1"/>
          </p:nvPr>
        </p:nvSpPr>
        <p:spPr>
          <a:xfrm>
            <a:off x="4541883" y="24254899"/>
            <a:ext cx="21191448" cy="10940186"/>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361446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30295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097" y="27505245"/>
            <a:ext cx="25734665" cy="8501484"/>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2391097" y="18141158"/>
            <a:ext cx="25734665" cy="936409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68450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62194" y="6236439"/>
            <a:ext cx="4587275" cy="3563110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377632" y="6236439"/>
            <a:ext cx="4588610" cy="3563110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65448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963" y="1713887"/>
            <a:ext cx="27247291" cy="7134904"/>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513961" y="9581157"/>
            <a:ext cx="1337599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3961" y="13575194"/>
            <a:ext cx="1337599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5379921" y="9581157"/>
            <a:ext cx="1338133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921" y="13575194"/>
            <a:ext cx="1338133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7200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03678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961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961" y="1704450"/>
            <a:ext cx="9959566" cy="725193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11836664" y="1704451"/>
            <a:ext cx="16924588" cy="365314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513961" y="8956383"/>
            <a:ext cx="9959566" cy="29279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1325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356" y="29962828"/>
            <a:ext cx="18164861" cy="3537251"/>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5934356" y="3824161"/>
            <a:ext cx="18164861" cy="25681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5934356" y="33500076"/>
            <a:ext cx="18164861" cy="50227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2829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8139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351618" y="1655375"/>
            <a:ext cx="7229364" cy="40212169"/>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62191" y="1655375"/>
            <a:ext cx="21561260" cy="402121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36184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46" y="13297726"/>
            <a:ext cx="25733329" cy="9173448"/>
          </a:xfrm>
        </p:spPr>
        <p:txBody>
          <a:bodyPr/>
          <a:lstStyle/>
          <a:p>
            <a:r>
              <a:rPr lang="en-US"/>
              <a:t>Click to edit Master title style</a:t>
            </a:r>
            <a:endParaRPr lang="en-GB"/>
          </a:p>
        </p:txBody>
      </p:sp>
      <p:sp>
        <p:nvSpPr>
          <p:cNvPr id="3" name="Subtitle 2"/>
          <p:cNvSpPr>
            <a:spLocks noGrp="1"/>
          </p:cNvSpPr>
          <p:nvPr>
            <p:ph type="subTitle" idx="1"/>
          </p:nvPr>
        </p:nvSpPr>
        <p:spPr>
          <a:xfrm>
            <a:off x="4541883" y="24254899"/>
            <a:ext cx="21191448" cy="10940186"/>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13729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11370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097" y="27505245"/>
            <a:ext cx="25734665" cy="8501484"/>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2391097" y="18141158"/>
            <a:ext cx="25734665" cy="936409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63042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6170" y="6247763"/>
            <a:ext cx="3375038" cy="35625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149374" y="6247763"/>
            <a:ext cx="3376374" cy="35625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18386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963" y="1713887"/>
            <a:ext cx="27247291" cy="7134904"/>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513961" y="9581157"/>
            <a:ext cx="1337599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3961" y="13575194"/>
            <a:ext cx="1337599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5379921" y="9581157"/>
            <a:ext cx="1338133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921" y="13575194"/>
            <a:ext cx="1338133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039698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994265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9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961" y="1704450"/>
            <a:ext cx="9959566" cy="725193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11836664" y="1704451"/>
            <a:ext cx="16924588" cy="365314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513961" y="8956383"/>
            <a:ext cx="9959566" cy="29279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30913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356" y="29962828"/>
            <a:ext cx="18164861" cy="3537251"/>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5934356" y="3824161"/>
            <a:ext cx="18164861" cy="25681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5934356" y="33500076"/>
            <a:ext cx="18164861" cy="50227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713498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30915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347613" y="1655375"/>
            <a:ext cx="7233369" cy="4021783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6170" y="1655375"/>
            <a:ext cx="21573276" cy="402178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73375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46" y="13297726"/>
            <a:ext cx="25733329" cy="9173448"/>
          </a:xfrm>
        </p:spPr>
        <p:txBody>
          <a:bodyPr/>
          <a:lstStyle/>
          <a:p>
            <a:r>
              <a:rPr lang="en-US"/>
              <a:t>Click to edit Master title style</a:t>
            </a:r>
            <a:endParaRPr lang="en-GB"/>
          </a:p>
        </p:txBody>
      </p:sp>
      <p:sp>
        <p:nvSpPr>
          <p:cNvPr id="3" name="Subtitle 2"/>
          <p:cNvSpPr>
            <a:spLocks noGrp="1"/>
          </p:cNvSpPr>
          <p:nvPr>
            <p:ph type="subTitle" idx="1"/>
          </p:nvPr>
        </p:nvSpPr>
        <p:spPr>
          <a:xfrm>
            <a:off x="4541883" y="24254899"/>
            <a:ext cx="21191448" cy="10940186"/>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6313813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008506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097" y="27505245"/>
            <a:ext cx="25734665" cy="8501484"/>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2391097" y="18141158"/>
            <a:ext cx="25734665" cy="936409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005466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77954" y="6247763"/>
            <a:ext cx="14486764" cy="35625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5092882" y="6247763"/>
            <a:ext cx="14488098" cy="35625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07884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963" y="1713887"/>
            <a:ext cx="27247291" cy="7134904"/>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513961" y="9581157"/>
            <a:ext cx="1337599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3961" y="13575194"/>
            <a:ext cx="1337599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5379921" y="9581157"/>
            <a:ext cx="13381332" cy="39940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921" y="13575194"/>
            <a:ext cx="13381332" cy="246607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145378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813605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3093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961" y="1704450"/>
            <a:ext cx="9959566" cy="725193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11836664" y="1704451"/>
            <a:ext cx="16924588" cy="365314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513961" y="8956383"/>
            <a:ext cx="9959566" cy="29279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029834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356" y="29962828"/>
            <a:ext cx="18164861" cy="3537251"/>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5934356" y="3824161"/>
            <a:ext cx="18164861" cy="25681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5934356" y="33500076"/>
            <a:ext cx="18164861" cy="50227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70417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015276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306224" y="1655375"/>
            <a:ext cx="7274756" cy="4021783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77954" y="1655375"/>
            <a:ext cx="21700106" cy="402178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87692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BB9CB"/>
        </a:solidFill>
        <a:effectLst/>
      </p:bgPr>
    </p:bg>
    <p:spTree>
      <p:nvGrpSpPr>
        <p:cNvPr id="1" name=""/>
        <p:cNvGrpSpPr/>
        <p:nvPr/>
      </p:nvGrpSpPr>
      <p:grpSpPr>
        <a:xfrm>
          <a:off x="0" y="0"/>
          <a:ext cx="0" cy="0"/>
          <a:chOff x="0" y="0"/>
          <a:chExt cx="0" cy="0"/>
        </a:xfrm>
      </p:grpSpPr>
      <p:sp>
        <p:nvSpPr>
          <p:cNvPr id="1026" name="Rectangle 36">
            <a:extLst>
              <a:ext uri="{FF2B5EF4-FFF2-40B4-BE49-F238E27FC236}">
                <a16:creationId xmlns:a16="http://schemas.microsoft.com/office/drawing/2014/main" id="{80D2B4D0-280E-084C-BF00-55EE5E85170F}"/>
              </a:ext>
            </a:extLst>
          </p:cNvPr>
          <p:cNvSpPr>
            <a:spLocks noChangeArrowheads="1"/>
          </p:cNvSpPr>
          <p:nvPr/>
        </p:nvSpPr>
        <p:spPr bwMode="auto">
          <a:xfrm>
            <a:off x="0" y="0"/>
            <a:ext cx="30275213" cy="5291138"/>
          </a:xfrm>
          <a:prstGeom prst="rect">
            <a:avLst/>
          </a:prstGeom>
          <a:solidFill>
            <a:srgbClr val="005B5E"/>
          </a:solidFill>
          <a:ln>
            <a:noFill/>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dirty="0"/>
          </a:p>
        </p:txBody>
      </p:sp>
      <p:sp>
        <p:nvSpPr>
          <p:cNvPr id="1027" name="Rectangle 33">
            <a:extLst>
              <a:ext uri="{FF2B5EF4-FFF2-40B4-BE49-F238E27FC236}">
                <a16:creationId xmlns:a16="http://schemas.microsoft.com/office/drawing/2014/main" id="{DDF5F476-0C1B-7341-A1E5-2812C00860BC}"/>
              </a:ext>
            </a:extLst>
          </p:cNvPr>
          <p:cNvSpPr>
            <a:spLocks noChangeArrowheads="1"/>
          </p:cNvSpPr>
          <p:nvPr/>
        </p:nvSpPr>
        <p:spPr bwMode="auto">
          <a:xfrm>
            <a:off x="644525" y="6242050"/>
            <a:ext cx="9321800"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1028" name="Rectangle 15">
            <a:extLst>
              <a:ext uri="{FF2B5EF4-FFF2-40B4-BE49-F238E27FC236}">
                <a16:creationId xmlns:a16="http://schemas.microsoft.com/office/drawing/2014/main" id="{4E51A2EB-8043-C663-44A2-A92102E109D1}"/>
              </a:ext>
            </a:extLst>
          </p:cNvPr>
          <p:cNvSpPr>
            <a:spLocks noGrp="1" noChangeArrowheads="1"/>
          </p:cNvSpPr>
          <p:nvPr>
            <p:ph type="title"/>
          </p:nvPr>
        </p:nvSpPr>
        <p:spPr bwMode="auto">
          <a:xfrm>
            <a:off x="7537450" y="648495"/>
            <a:ext cx="22044025" cy="386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857" tIns="37421" rIns="74857" bIns="37421" numCol="1" anchor="ctr" anchorCtr="0" compatLnSpc="1">
            <a:prstTxWarp prst="textNoShape">
              <a:avLst/>
            </a:prstTxWarp>
          </a:bodyPr>
          <a:lstStyle/>
          <a:p>
            <a:pPr lvl="0"/>
            <a:r>
              <a:rPr lang="en-US" altLang="fr-FR" dirty="0"/>
              <a:t>Click to edit Master title style</a:t>
            </a:r>
          </a:p>
        </p:txBody>
      </p:sp>
      <p:sp>
        <p:nvSpPr>
          <p:cNvPr id="1029" name="Rectangle 16">
            <a:extLst>
              <a:ext uri="{FF2B5EF4-FFF2-40B4-BE49-F238E27FC236}">
                <a16:creationId xmlns:a16="http://schemas.microsoft.com/office/drawing/2014/main" id="{C5BB2AEE-12B6-569F-4AAC-DE2AF3D627AD}"/>
              </a:ext>
            </a:extLst>
          </p:cNvPr>
          <p:cNvSpPr>
            <a:spLocks noGrp="1" noChangeArrowheads="1"/>
          </p:cNvSpPr>
          <p:nvPr>
            <p:ph type="body" idx="1"/>
          </p:nvPr>
        </p:nvSpPr>
        <p:spPr bwMode="auto">
          <a:xfrm>
            <a:off x="661988" y="6243638"/>
            <a:ext cx="9304337" cy="3563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4346" tIns="374346" rIns="374346" bIns="374346" numCol="1" anchor="t" anchorCtr="0" compatLnSpc="1">
            <a:prstTxWarp prst="textNoShape">
              <a:avLst/>
            </a:prstTxWarp>
          </a:bodyPr>
          <a:lstStyle/>
          <a:p>
            <a:pPr lvl="0"/>
            <a:r>
              <a:rPr lang="en-US" altLang="fr-FR"/>
              <a:t>Click to edit Master text styles</a:t>
            </a:r>
          </a:p>
          <a:p>
            <a:pPr lvl="1"/>
            <a:r>
              <a:rPr lang="en-US" altLang="fr-FR"/>
              <a:t>Second level</a:t>
            </a:r>
          </a:p>
        </p:txBody>
      </p:sp>
      <p:sp>
        <p:nvSpPr>
          <p:cNvPr id="1030" name="Rectangle 25">
            <a:extLst>
              <a:ext uri="{FF2B5EF4-FFF2-40B4-BE49-F238E27FC236}">
                <a16:creationId xmlns:a16="http://schemas.microsoft.com/office/drawing/2014/main" id="{92462A63-B664-C648-977D-332956FE036B}"/>
              </a:ext>
            </a:extLst>
          </p:cNvPr>
          <p:cNvSpPr>
            <a:spLocks noChangeArrowheads="1"/>
          </p:cNvSpPr>
          <p:nvPr/>
        </p:nvSpPr>
        <p:spPr bwMode="auto">
          <a:xfrm>
            <a:off x="0" y="0"/>
            <a:ext cx="30275213" cy="42803763"/>
          </a:xfrm>
          <a:prstGeom prst="rect">
            <a:avLst/>
          </a:prstGeom>
          <a:noFill/>
          <a:ln>
            <a:noFill/>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1031" name="Rectangle 40">
            <a:extLst>
              <a:ext uri="{FF2B5EF4-FFF2-40B4-BE49-F238E27FC236}">
                <a16:creationId xmlns:a16="http://schemas.microsoft.com/office/drawing/2014/main" id="{32EDB4AB-0D9B-4145-BD20-F538212476B9}"/>
              </a:ext>
            </a:extLst>
          </p:cNvPr>
          <p:cNvSpPr>
            <a:spLocks noChangeArrowheads="1"/>
          </p:cNvSpPr>
          <p:nvPr/>
        </p:nvSpPr>
        <p:spPr bwMode="auto">
          <a:xfrm>
            <a:off x="20259675" y="6242050"/>
            <a:ext cx="9321800" cy="35625088"/>
          </a:xfrm>
          <a:prstGeom prst="rect">
            <a:avLst/>
          </a:prstGeom>
          <a:solidFill>
            <a:schemeClr val="bg2"/>
          </a:solidFill>
          <a:ln w="12700">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1032" name="Rectangle 41">
            <a:extLst>
              <a:ext uri="{FF2B5EF4-FFF2-40B4-BE49-F238E27FC236}">
                <a16:creationId xmlns:a16="http://schemas.microsoft.com/office/drawing/2014/main" id="{D1BE76FC-9DFD-094D-8AE4-13A94A84F310}"/>
              </a:ext>
            </a:extLst>
          </p:cNvPr>
          <p:cNvSpPr>
            <a:spLocks noChangeArrowheads="1"/>
          </p:cNvSpPr>
          <p:nvPr/>
        </p:nvSpPr>
        <p:spPr bwMode="auto">
          <a:xfrm>
            <a:off x="10452100" y="6242050"/>
            <a:ext cx="9320213" cy="35625088"/>
          </a:xfrm>
          <a:prstGeom prst="rect">
            <a:avLst/>
          </a:prstGeom>
          <a:solidFill>
            <a:schemeClr val="bg2"/>
          </a:solidFill>
          <a:ln w="12700">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pic>
        <p:nvPicPr>
          <p:cNvPr id="5" name="Picture 4" descr="A black and white logo  Description automatically generated">
            <a:extLst>
              <a:ext uri="{FF2B5EF4-FFF2-40B4-BE49-F238E27FC236}">
                <a16:creationId xmlns:a16="http://schemas.microsoft.com/office/drawing/2014/main" id="{AF20A75A-848E-488D-1450-CE5D927FD984}"/>
              </a:ext>
            </a:extLst>
          </p:cNvPr>
          <p:cNvPicPr>
            <a:picLocks noChangeAspect="1"/>
          </p:cNvPicPr>
          <p:nvPr userDrawn="1"/>
        </p:nvPicPr>
        <p:blipFill>
          <a:blip r:embed="rId13"/>
          <a:stretch>
            <a:fillRect/>
          </a:stretch>
        </p:blipFill>
        <p:spPr>
          <a:xfrm>
            <a:off x="163027" y="724694"/>
            <a:ext cx="7211397" cy="3869530"/>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749300" rtl="0" eaLnBrk="0" fontAlgn="base" hangingPunct="0">
        <a:spcBef>
          <a:spcPct val="0"/>
        </a:spcBef>
        <a:spcAft>
          <a:spcPct val="0"/>
        </a:spcAft>
        <a:defRPr sz="7200">
          <a:solidFill>
            <a:srgbClr val="FFFFFF"/>
          </a:solidFill>
          <a:latin typeface="+mj-lt"/>
          <a:ea typeface="MS PGothic" pitchFamily="34" charset="-128"/>
          <a:cs typeface="MS PGothic" charset="0"/>
        </a:defRPr>
      </a:lvl1pPr>
      <a:lvl2pPr algn="ctr" defTabSz="749300" rtl="0" eaLnBrk="0" fontAlgn="base" hangingPunct="0">
        <a:spcBef>
          <a:spcPct val="0"/>
        </a:spcBef>
        <a:spcAft>
          <a:spcPct val="0"/>
        </a:spcAft>
        <a:defRPr sz="7200">
          <a:solidFill>
            <a:srgbClr val="FFFFFF"/>
          </a:solidFill>
          <a:latin typeface="Arial Black" charset="0"/>
          <a:ea typeface="MS PGothic" pitchFamily="34" charset="-128"/>
          <a:cs typeface="MS PGothic" charset="0"/>
        </a:defRPr>
      </a:lvl2pPr>
      <a:lvl3pPr algn="ctr" defTabSz="749300" rtl="0" eaLnBrk="0" fontAlgn="base" hangingPunct="0">
        <a:spcBef>
          <a:spcPct val="0"/>
        </a:spcBef>
        <a:spcAft>
          <a:spcPct val="0"/>
        </a:spcAft>
        <a:defRPr sz="7200">
          <a:solidFill>
            <a:srgbClr val="FFFFFF"/>
          </a:solidFill>
          <a:latin typeface="Arial Black" charset="0"/>
          <a:ea typeface="MS PGothic" pitchFamily="34" charset="-128"/>
          <a:cs typeface="MS PGothic" charset="0"/>
        </a:defRPr>
      </a:lvl3pPr>
      <a:lvl4pPr algn="ctr" defTabSz="749300" rtl="0" eaLnBrk="0" fontAlgn="base" hangingPunct="0">
        <a:spcBef>
          <a:spcPct val="0"/>
        </a:spcBef>
        <a:spcAft>
          <a:spcPct val="0"/>
        </a:spcAft>
        <a:defRPr sz="7200">
          <a:solidFill>
            <a:srgbClr val="FFFFFF"/>
          </a:solidFill>
          <a:latin typeface="Arial Black" charset="0"/>
          <a:ea typeface="MS PGothic" pitchFamily="34" charset="-128"/>
          <a:cs typeface="MS PGothic" charset="0"/>
        </a:defRPr>
      </a:lvl4pPr>
      <a:lvl5pPr algn="ctr" defTabSz="749300" rtl="0" eaLnBrk="0" fontAlgn="base" hangingPunct="0">
        <a:spcBef>
          <a:spcPct val="0"/>
        </a:spcBef>
        <a:spcAft>
          <a:spcPct val="0"/>
        </a:spcAft>
        <a:defRPr sz="7200">
          <a:solidFill>
            <a:srgbClr val="FFFFFF"/>
          </a:solidFill>
          <a:latin typeface="Arial Black" charset="0"/>
          <a:ea typeface="MS PGothic" pitchFamily="34" charset="-128"/>
          <a:cs typeface="MS PGothic" charset="0"/>
        </a:defRPr>
      </a:lvl5pPr>
      <a:lvl6pPr marL="457200" algn="ctr" defTabSz="749300" rtl="0" fontAlgn="base">
        <a:spcBef>
          <a:spcPct val="0"/>
        </a:spcBef>
        <a:spcAft>
          <a:spcPct val="0"/>
        </a:spcAft>
        <a:defRPr sz="7200">
          <a:solidFill>
            <a:schemeClr val="tx2"/>
          </a:solidFill>
          <a:latin typeface="Arial Black" charset="0"/>
        </a:defRPr>
      </a:lvl6pPr>
      <a:lvl7pPr marL="914400" algn="ctr" defTabSz="749300" rtl="0" fontAlgn="base">
        <a:spcBef>
          <a:spcPct val="0"/>
        </a:spcBef>
        <a:spcAft>
          <a:spcPct val="0"/>
        </a:spcAft>
        <a:defRPr sz="7200">
          <a:solidFill>
            <a:schemeClr val="tx2"/>
          </a:solidFill>
          <a:latin typeface="Arial Black" charset="0"/>
        </a:defRPr>
      </a:lvl7pPr>
      <a:lvl8pPr marL="1371600" algn="ctr" defTabSz="749300" rtl="0" fontAlgn="base">
        <a:spcBef>
          <a:spcPct val="0"/>
        </a:spcBef>
        <a:spcAft>
          <a:spcPct val="0"/>
        </a:spcAft>
        <a:defRPr sz="7200">
          <a:solidFill>
            <a:schemeClr val="tx2"/>
          </a:solidFill>
          <a:latin typeface="Arial Black" charset="0"/>
        </a:defRPr>
      </a:lvl8pPr>
      <a:lvl9pPr marL="1828800" algn="ctr" defTabSz="749300" rtl="0" fontAlgn="base">
        <a:spcBef>
          <a:spcPct val="0"/>
        </a:spcBef>
        <a:spcAft>
          <a:spcPct val="0"/>
        </a:spcAft>
        <a:defRPr sz="7200">
          <a:solidFill>
            <a:schemeClr val="tx2"/>
          </a:solidFill>
          <a:latin typeface="Arial Black" charset="0"/>
        </a:defRPr>
      </a:lvl9pPr>
    </p:titleStyle>
    <p:bodyStyle>
      <a:lvl1pPr marL="280988" indent="-280988"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1pPr>
      <a:lvl2pPr marL="606425" indent="-231775"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2pPr>
      <a:lvl3pPr marL="938213" indent="-188913" algn="l" defTabSz="749300"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3pPr>
      <a:lvl4pPr marL="131286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4pPr>
      <a:lvl5pPr marL="168751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5pPr>
      <a:lvl6pPr marL="2144713" indent="-187325" algn="l" defTabSz="749300" rtl="0" fontAlgn="base">
        <a:spcBef>
          <a:spcPct val="20000"/>
        </a:spcBef>
        <a:spcAft>
          <a:spcPct val="0"/>
        </a:spcAft>
        <a:buChar char="»"/>
        <a:defRPr sz="1600">
          <a:solidFill>
            <a:schemeClr val="tx1"/>
          </a:solidFill>
          <a:latin typeface="+mn-lt"/>
          <a:ea typeface="ＭＳ Ｐゴシック" charset="-128"/>
        </a:defRPr>
      </a:lvl6pPr>
      <a:lvl7pPr marL="2601913" indent="-187325" algn="l" defTabSz="749300" rtl="0" fontAlgn="base">
        <a:spcBef>
          <a:spcPct val="20000"/>
        </a:spcBef>
        <a:spcAft>
          <a:spcPct val="0"/>
        </a:spcAft>
        <a:buChar char="»"/>
        <a:defRPr sz="1600">
          <a:solidFill>
            <a:schemeClr val="tx1"/>
          </a:solidFill>
          <a:latin typeface="+mn-lt"/>
          <a:ea typeface="ＭＳ Ｐゴシック" charset="-128"/>
        </a:defRPr>
      </a:lvl7pPr>
      <a:lvl8pPr marL="3059113" indent="-187325" algn="l" defTabSz="749300" rtl="0" fontAlgn="base">
        <a:spcBef>
          <a:spcPct val="20000"/>
        </a:spcBef>
        <a:spcAft>
          <a:spcPct val="0"/>
        </a:spcAft>
        <a:buChar char="»"/>
        <a:defRPr sz="1600">
          <a:solidFill>
            <a:schemeClr val="tx1"/>
          </a:solidFill>
          <a:latin typeface="+mn-lt"/>
          <a:ea typeface="ＭＳ Ｐゴシック" charset="-128"/>
        </a:defRPr>
      </a:lvl8pPr>
      <a:lvl9pPr marL="3516313" indent="-187325" algn="l" defTabSz="749300" rtl="0" fontAlgn="base">
        <a:spcBef>
          <a:spcPct val="20000"/>
        </a:spcBef>
        <a:spcAft>
          <a:spcPct val="0"/>
        </a:spcAft>
        <a:buChar char="»"/>
        <a:defRPr sz="1600">
          <a:solidFill>
            <a:schemeClr val="tx1"/>
          </a:solidFill>
          <a:latin typeface="+mn-lt"/>
          <a:ea typeface="ＭＳ Ｐゴシック" charset="-128"/>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CEF0F8"/>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5EA915C-87A8-5044-BB0D-E37F2076BD1C}"/>
              </a:ext>
            </a:extLst>
          </p:cNvPr>
          <p:cNvSpPr>
            <a:spLocks noChangeArrowheads="1"/>
          </p:cNvSpPr>
          <p:nvPr/>
        </p:nvSpPr>
        <p:spPr bwMode="auto">
          <a:xfrm>
            <a:off x="0" y="0"/>
            <a:ext cx="30275213" cy="5473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1" name="Rectangle 3">
            <a:extLst>
              <a:ext uri="{FF2B5EF4-FFF2-40B4-BE49-F238E27FC236}">
                <a16:creationId xmlns:a16="http://schemas.microsoft.com/office/drawing/2014/main" id="{BEC338B2-7262-EB4B-85D8-379E00874EE1}"/>
              </a:ext>
            </a:extLst>
          </p:cNvPr>
          <p:cNvSpPr>
            <a:spLocks noChangeArrowheads="1"/>
          </p:cNvSpPr>
          <p:nvPr/>
        </p:nvSpPr>
        <p:spPr bwMode="auto">
          <a:xfrm>
            <a:off x="646113" y="6248400"/>
            <a:ext cx="6880225"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2" name="Rectangle 6">
            <a:extLst>
              <a:ext uri="{FF2B5EF4-FFF2-40B4-BE49-F238E27FC236}">
                <a16:creationId xmlns:a16="http://schemas.microsoft.com/office/drawing/2014/main" id="{89824C65-BEB3-04E0-007F-0D91C32ED100}"/>
              </a:ext>
            </a:extLst>
          </p:cNvPr>
          <p:cNvSpPr>
            <a:spLocks noGrp="1" noChangeArrowheads="1"/>
          </p:cNvSpPr>
          <p:nvPr>
            <p:ph type="title"/>
          </p:nvPr>
        </p:nvSpPr>
        <p:spPr bwMode="auto">
          <a:xfrm>
            <a:off x="661988" y="1655763"/>
            <a:ext cx="289194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857" tIns="37421" rIns="74857" bIns="37421" numCol="1" anchor="ctr" anchorCtr="0" compatLnSpc="1">
            <a:prstTxWarp prst="textNoShape">
              <a:avLst/>
            </a:prstTxWarp>
          </a:bodyPr>
          <a:lstStyle/>
          <a:p>
            <a:pPr lvl="0"/>
            <a:r>
              <a:rPr lang="en-US" altLang="fr-FR"/>
              <a:t>Click to edit Master title style</a:t>
            </a:r>
          </a:p>
        </p:txBody>
      </p:sp>
      <p:sp>
        <p:nvSpPr>
          <p:cNvPr id="2053" name="Rectangle 7">
            <a:extLst>
              <a:ext uri="{FF2B5EF4-FFF2-40B4-BE49-F238E27FC236}">
                <a16:creationId xmlns:a16="http://schemas.microsoft.com/office/drawing/2014/main" id="{8516AFBB-37AB-9DD7-95C5-717E275E7D59}"/>
              </a:ext>
            </a:extLst>
          </p:cNvPr>
          <p:cNvSpPr>
            <a:spLocks noGrp="1" noChangeArrowheads="1"/>
          </p:cNvSpPr>
          <p:nvPr>
            <p:ph type="body" idx="1"/>
          </p:nvPr>
        </p:nvSpPr>
        <p:spPr bwMode="auto">
          <a:xfrm>
            <a:off x="646113" y="6264275"/>
            <a:ext cx="6880225" cy="3562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4346" tIns="374346" rIns="374346" bIns="374346" numCol="1" anchor="t" anchorCtr="0" compatLnSpc="1">
            <a:prstTxWarp prst="textNoShape">
              <a:avLst/>
            </a:prstTxWarp>
          </a:bodyPr>
          <a:lstStyle/>
          <a:p>
            <a:pPr lvl="0"/>
            <a:r>
              <a:rPr lang="en-US" altLang="fr-FR"/>
              <a:t>Click to edit Master text styles</a:t>
            </a:r>
          </a:p>
          <a:p>
            <a:pPr lvl="1"/>
            <a:r>
              <a:rPr lang="en-US" altLang="fr-FR"/>
              <a:t>Second level</a:t>
            </a:r>
          </a:p>
        </p:txBody>
      </p:sp>
      <p:sp>
        <p:nvSpPr>
          <p:cNvPr id="2054" name="Rectangle 8">
            <a:extLst>
              <a:ext uri="{FF2B5EF4-FFF2-40B4-BE49-F238E27FC236}">
                <a16:creationId xmlns:a16="http://schemas.microsoft.com/office/drawing/2014/main" id="{269D22D5-5E7D-7D4D-8D11-DD613FDD827A}"/>
              </a:ext>
            </a:extLst>
          </p:cNvPr>
          <p:cNvSpPr>
            <a:spLocks noChangeArrowheads="1"/>
          </p:cNvSpPr>
          <p:nvPr/>
        </p:nvSpPr>
        <p:spPr bwMode="auto">
          <a:xfrm>
            <a:off x="0" y="0"/>
            <a:ext cx="30275213" cy="4280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5" name="Rectangle 9">
            <a:extLst>
              <a:ext uri="{FF2B5EF4-FFF2-40B4-BE49-F238E27FC236}">
                <a16:creationId xmlns:a16="http://schemas.microsoft.com/office/drawing/2014/main" id="{E4C6E94E-56F8-D74B-A499-6528ABD80E29}"/>
              </a:ext>
            </a:extLst>
          </p:cNvPr>
          <p:cNvSpPr>
            <a:spLocks noChangeArrowheads="1"/>
          </p:cNvSpPr>
          <p:nvPr/>
        </p:nvSpPr>
        <p:spPr bwMode="auto">
          <a:xfrm>
            <a:off x="7926388" y="6248400"/>
            <a:ext cx="14322425"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6" name="Rectangle 11">
            <a:extLst>
              <a:ext uri="{FF2B5EF4-FFF2-40B4-BE49-F238E27FC236}">
                <a16:creationId xmlns:a16="http://schemas.microsoft.com/office/drawing/2014/main" id="{4C7DA45B-F8F3-DA40-AB9C-6C2D45F5FE56}"/>
              </a:ext>
            </a:extLst>
          </p:cNvPr>
          <p:cNvSpPr>
            <a:spLocks noChangeArrowheads="1"/>
          </p:cNvSpPr>
          <p:nvPr/>
        </p:nvSpPr>
        <p:spPr bwMode="auto">
          <a:xfrm>
            <a:off x="22696488" y="6248400"/>
            <a:ext cx="6884987"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2057" name="Text Box 14">
            <a:extLst>
              <a:ext uri="{FF2B5EF4-FFF2-40B4-BE49-F238E27FC236}">
                <a16:creationId xmlns:a16="http://schemas.microsoft.com/office/drawing/2014/main" id="{62B71F04-6BDC-7842-B92B-36BE9A331871}"/>
              </a:ext>
            </a:extLst>
          </p:cNvPr>
          <p:cNvSpPr txBox="1">
            <a:spLocks noChangeArrowheads="1"/>
          </p:cNvSpPr>
          <p:nvPr userDrawn="1"/>
        </p:nvSpPr>
        <p:spPr bwMode="auto">
          <a:xfrm>
            <a:off x="646113" y="42260838"/>
            <a:ext cx="3308350" cy="155575"/>
          </a:xfrm>
          <a:prstGeom prst="rect">
            <a:avLst/>
          </a:prstGeom>
          <a:noFill/>
          <a:ln>
            <a:noFill/>
          </a:ln>
        </p:spPr>
        <p:txBody>
          <a:bodyPr lIns="74857" tIns="37421" rIns="74857" bIns="37421">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800"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749300" rtl="0" eaLnBrk="0" fontAlgn="base" hangingPunct="0">
        <a:spcBef>
          <a:spcPct val="0"/>
        </a:spcBef>
        <a:spcAft>
          <a:spcPct val="0"/>
        </a:spcAft>
        <a:defRPr sz="7100">
          <a:solidFill>
            <a:schemeClr val="bg1"/>
          </a:solidFill>
          <a:latin typeface="+mj-lt"/>
          <a:ea typeface="MS PGothic" pitchFamily="34" charset="-128"/>
          <a:cs typeface="MS PGothic" charset="0"/>
        </a:defRPr>
      </a:lvl1pPr>
      <a:lvl2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2pPr>
      <a:lvl3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3pPr>
      <a:lvl4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4pPr>
      <a:lvl5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5pPr>
      <a:lvl6pPr marL="457200" algn="ctr" defTabSz="749300" rtl="0" fontAlgn="base">
        <a:spcBef>
          <a:spcPct val="0"/>
        </a:spcBef>
        <a:spcAft>
          <a:spcPct val="0"/>
        </a:spcAft>
        <a:defRPr sz="7100">
          <a:solidFill>
            <a:schemeClr val="tx2"/>
          </a:solidFill>
          <a:latin typeface="Arial Black" charset="0"/>
        </a:defRPr>
      </a:lvl6pPr>
      <a:lvl7pPr marL="914400" algn="ctr" defTabSz="749300" rtl="0" fontAlgn="base">
        <a:spcBef>
          <a:spcPct val="0"/>
        </a:spcBef>
        <a:spcAft>
          <a:spcPct val="0"/>
        </a:spcAft>
        <a:defRPr sz="7100">
          <a:solidFill>
            <a:schemeClr val="tx2"/>
          </a:solidFill>
          <a:latin typeface="Arial Black" charset="0"/>
        </a:defRPr>
      </a:lvl7pPr>
      <a:lvl8pPr marL="1371600" algn="ctr" defTabSz="749300" rtl="0" fontAlgn="base">
        <a:spcBef>
          <a:spcPct val="0"/>
        </a:spcBef>
        <a:spcAft>
          <a:spcPct val="0"/>
        </a:spcAft>
        <a:defRPr sz="7100">
          <a:solidFill>
            <a:schemeClr val="tx2"/>
          </a:solidFill>
          <a:latin typeface="Arial Black" charset="0"/>
        </a:defRPr>
      </a:lvl8pPr>
      <a:lvl9pPr marL="1828800" algn="ctr" defTabSz="749300" rtl="0" fontAlgn="base">
        <a:spcBef>
          <a:spcPct val="0"/>
        </a:spcBef>
        <a:spcAft>
          <a:spcPct val="0"/>
        </a:spcAft>
        <a:defRPr sz="7100">
          <a:solidFill>
            <a:schemeClr val="tx2"/>
          </a:solidFill>
          <a:latin typeface="Arial Black" charset="0"/>
        </a:defRPr>
      </a:lvl9pPr>
    </p:titleStyle>
    <p:bodyStyle>
      <a:lvl1pPr marL="280988" indent="-280988"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1pPr>
      <a:lvl2pPr marL="606425" indent="-231775"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2pPr>
      <a:lvl3pPr marL="938213" indent="-188913" algn="l" defTabSz="749300"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3pPr>
      <a:lvl4pPr marL="131286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4pPr>
      <a:lvl5pPr marL="168751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5pPr>
      <a:lvl6pPr marL="2144713" indent="-187325" algn="l" defTabSz="749300" rtl="0" fontAlgn="base">
        <a:spcBef>
          <a:spcPct val="20000"/>
        </a:spcBef>
        <a:spcAft>
          <a:spcPct val="0"/>
        </a:spcAft>
        <a:buChar char="»"/>
        <a:defRPr sz="1600">
          <a:solidFill>
            <a:schemeClr val="tx1"/>
          </a:solidFill>
          <a:latin typeface="+mn-lt"/>
          <a:ea typeface="ＭＳ Ｐゴシック" charset="-128"/>
        </a:defRPr>
      </a:lvl6pPr>
      <a:lvl7pPr marL="2601913" indent="-187325" algn="l" defTabSz="749300" rtl="0" fontAlgn="base">
        <a:spcBef>
          <a:spcPct val="20000"/>
        </a:spcBef>
        <a:spcAft>
          <a:spcPct val="0"/>
        </a:spcAft>
        <a:buChar char="»"/>
        <a:defRPr sz="1600">
          <a:solidFill>
            <a:schemeClr val="tx1"/>
          </a:solidFill>
          <a:latin typeface="+mn-lt"/>
          <a:ea typeface="ＭＳ Ｐゴシック" charset="-128"/>
        </a:defRPr>
      </a:lvl7pPr>
      <a:lvl8pPr marL="3059113" indent="-187325" algn="l" defTabSz="749300" rtl="0" fontAlgn="base">
        <a:spcBef>
          <a:spcPct val="20000"/>
        </a:spcBef>
        <a:spcAft>
          <a:spcPct val="0"/>
        </a:spcAft>
        <a:buChar char="»"/>
        <a:defRPr sz="1600">
          <a:solidFill>
            <a:schemeClr val="tx1"/>
          </a:solidFill>
          <a:latin typeface="+mn-lt"/>
          <a:ea typeface="ＭＳ Ｐゴシック" charset="-128"/>
        </a:defRPr>
      </a:lvl8pPr>
      <a:lvl9pPr marL="3516313" indent="-187325" algn="l" defTabSz="749300" rtl="0" fontAlgn="base">
        <a:spcBef>
          <a:spcPct val="20000"/>
        </a:spcBef>
        <a:spcAft>
          <a:spcPct val="0"/>
        </a:spcAft>
        <a:buChar char="»"/>
        <a:defRPr sz="1600">
          <a:solidFill>
            <a:schemeClr val="tx1"/>
          </a:solidFill>
          <a:latin typeface="+mn-lt"/>
          <a:ea typeface="ＭＳ Ｐゴシック" charset="-128"/>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CEF0F8"/>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57D8CEC-C970-5545-B1EC-2901675F4F2F}"/>
              </a:ext>
            </a:extLst>
          </p:cNvPr>
          <p:cNvSpPr>
            <a:spLocks noChangeArrowheads="1"/>
          </p:cNvSpPr>
          <p:nvPr/>
        </p:nvSpPr>
        <p:spPr bwMode="auto">
          <a:xfrm>
            <a:off x="0" y="0"/>
            <a:ext cx="30275213" cy="5473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3075" name="Rectangle 3">
            <a:extLst>
              <a:ext uri="{FF2B5EF4-FFF2-40B4-BE49-F238E27FC236}">
                <a16:creationId xmlns:a16="http://schemas.microsoft.com/office/drawing/2014/main" id="{46E7F514-0858-E645-8DCB-7B658256459F}"/>
              </a:ext>
            </a:extLst>
          </p:cNvPr>
          <p:cNvSpPr>
            <a:spLocks noChangeArrowheads="1"/>
          </p:cNvSpPr>
          <p:nvPr/>
        </p:nvSpPr>
        <p:spPr bwMode="auto">
          <a:xfrm>
            <a:off x="477838" y="6248400"/>
            <a:ext cx="29224287" cy="35625088"/>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3076" name="Rectangle 6">
            <a:extLst>
              <a:ext uri="{FF2B5EF4-FFF2-40B4-BE49-F238E27FC236}">
                <a16:creationId xmlns:a16="http://schemas.microsoft.com/office/drawing/2014/main" id="{2CA3593C-4400-B2F5-F569-AE120ECB72CC}"/>
              </a:ext>
            </a:extLst>
          </p:cNvPr>
          <p:cNvSpPr>
            <a:spLocks noGrp="1" noChangeArrowheads="1"/>
          </p:cNvSpPr>
          <p:nvPr>
            <p:ph type="title"/>
          </p:nvPr>
        </p:nvSpPr>
        <p:spPr bwMode="auto">
          <a:xfrm>
            <a:off x="661988" y="1655763"/>
            <a:ext cx="289194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857" tIns="37421" rIns="74857" bIns="37421" numCol="1" anchor="ctr" anchorCtr="0" compatLnSpc="1">
            <a:prstTxWarp prst="textNoShape">
              <a:avLst/>
            </a:prstTxWarp>
          </a:bodyPr>
          <a:lstStyle/>
          <a:p>
            <a:pPr lvl="0"/>
            <a:r>
              <a:rPr lang="en-US" altLang="fr-FR"/>
              <a:t>Click to edit Master title style</a:t>
            </a:r>
          </a:p>
        </p:txBody>
      </p:sp>
      <p:sp>
        <p:nvSpPr>
          <p:cNvPr id="3077" name="Rectangle 7">
            <a:extLst>
              <a:ext uri="{FF2B5EF4-FFF2-40B4-BE49-F238E27FC236}">
                <a16:creationId xmlns:a16="http://schemas.microsoft.com/office/drawing/2014/main" id="{0D1C5B07-2781-5346-09EA-EE1474814D65}"/>
              </a:ext>
            </a:extLst>
          </p:cNvPr>
          <p:cNvSpPr>
            <a:spLocks noGrp="1" noChangeArrowheads="1"/>
          </p:cNvSpPr>
          <p:nvPr>
            <p:ph type="body" idx="1"/>
          </p:nvPr>
        </p:nvSpPr>
        <p:spPr bwMode="auto">
          <a:xfrm>
            <a:off x="477838" y="6248400"/>
            <a:ext cx="29103637" cy="3562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4346" tIns="374346" rIns="374346" bIns="374346" numCol="1" anchor="t" anchorCtr="0" compatLnSpc="1">
            <a:prstTxWarp prst="textNoShape">
              <a:avLst/>
            </a:prstTxWarp>
          </a:bodyPr>
          <a:lstStyle/>
          <a:p>
            <a:pPr lvl="0"/>
            <a:r>
              <a:rPr lang="en-US" altLang="fr-FR"/>
              <a:t>Click to edit Master text styles</a:t>
            </a:r>
          </a:p>
          <a:p>
            <a:pPr lvl="1"/>
            <a:r>
              <a:rPr lang="en-US" altLang="fr-FR"/>
              <a:t>Second level</a:t>
            </a:r>
          </a:p>
        </p:txBody>
      </p:sp>
      <p:sp>
        <p:nvSpPr>
          <p:cNvPr id="3078" name="Rectangle 8">
            <a:extLst>
              <a:ext uri="{FF2B5EF4-FFF2-40B4-BE49-F238E27FC236}">
                <a16:creationId xmlns:a16="http://schemas.microsoft.com/office/drawing/2014/main" id="{4D49E4CC-BD61-6C48-B56D-E4FA3CBB2B65}"/>
              </a:ext>
            </a:extLst>
          </p:cNvPr>
          <p:cNvSpPr>
            <a:spLocks noChangeArrowheads="1"/>
          </p:cNvSpPr>
          <p:nvPr/>
        </p:nvSpPr>
        <p:spPr bwMode="auto">
          <a:xfrm>
            <a:off x="0" y="0"/>
            <a:ext cx="30275213" cy="4280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lstStyle>
            <a:lvl1pPr eaLnBrk="0" hangingPunct="0">
              <a:defRPr sz="2400">
                <a:solidFill>
                  <a:schemeClr val="tx1"/>
                </a:solidFill>
                <a:latin typeface="Arial Narrow" panose="020B0604020202020204" pitchFamily="34" charset="0"/>
                <a:ea typeface="MS PGothic" panose="020B0600070205080204" pitchFamily="34" charset="-128"/>
              </a:defRPr>
            </a:lvl1pPr>
            <a:lvl2pPr marL="742950" indent="-285750" eaLnBrk="0" hangingPunct="0">
              <a:defRPr sz="2400">
                <a:solidFill>
                  <a:schemeClr val="tx1"/>
                </a:solidFill>
                <a:latin typeface="Arial Narrow" panose="020B0604020202020204" pitchFamily="34" charset="0"/>
                <a:ea typeface="MS PGothic" panose="020B0600070205080204" pitchFamily="34" charset="-128"/>
              </a:defRPr>
            </a:lvl2pPr>
            <a:lvl3pPr marL="1143000" indent="-228600" eaLnBrk="0" hangingPunct="0">
              <a:defRPr sz="2400">
                <a:solidFill>
                  <a:schemeClr val="tx1"/>
                </a:solidFill>
                <a:latin typeface="Arial Narrow" panose="020B0604020202020204" pitchFamily="34" charset="0"/>
                <a:ea typeface="MS PGothic" panose="020B0600070205080204" pitchFamily="34" charset="-128"/>
              </a:defRPr>
            </a:lvl3pPr>
            <a:lvl4pPr marL="1600200" indent="-228600" eaLnBrk="0" hangingPunct="0">
              <a:defRPr sz="2400">
                <a:solidFill>
                  <a:schemeClr val="tx1"/>
                </a:solidFill>
                <a:latin typeface="Arial Narrow" panose="020B0604020202020204" pitchFamily="34" charset="0"/>
                <a:ea typeface="MS PGothic" panose="020B0600070205080204" pitchFamily="34" charset="-128"/>
              </a:defRPr>
            </a:lvl4pPr>
            <a:lvl5pPr marL="2057400" indent="-228600" eaLnBrk="0" hangingPunct="0">
              <a:defRPr sz="24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4020202020204" pitchFamily="34" charset="0"/>
                <a:ea typeface="MS PGothic" panose="020B0600070205080204" pitchFamily="34" charset="-128"/>
              </a:defRPr>
            </a:lvl9pPr>
          </a:lstStyle>
          <a:p>
            <a:pPr eaLnBrk="1" hangingPunct="1">
              <a:defRPr/>
            </a:pPr>
            <a:endParaRPr lang="en-GB" altLang="fr-FR"/>
          </a:p>
        </p:txBody>
      </p:sp>
      <p:sp>
        <p:nvSpPr>
          <p:cNvPr id="3079" name="Text Box 14">
            <a:extLst>
              <a:ext uri="{FF2B5EF4-FFF2-40B4-BE49-F238E27FC236}">
                <a16:creationId xmlns:a16="http://schemas.microsoft.com/office/drawing/2014/main" id="{77480CCC-379B-C247-8E45-12B7352B369C}"/>
              </a:ext>
            </a:extLst>
          </p:cNvPr>
          <p:cNvSpPr txBox="1">
            <a:spLocks noChangeArrowheads="1"/>
          </p:cNvSpPr>
          <p:nvPr userDrawn="1"/>
        </p:nvSpPr>
        <p:spPr bwMode="auto">
          <a:xfrm>
            <a:off x="477838" y="42244963"/>
            <a:ext cx="3308350" cy="158750"/>
          </a:xfrm>
          <a:prstGeom prst="rect">
            <a:avLst/>
          </a:prstGeom>
          <a:noFill/>
          <a:ln>
            <a:noFill/>
          </a:ln>
        </p:spPr>
        <p:txBody>
          <a:bodyPr lIns="74857" tIns="37421" rIns="74857" bIns="37421">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800"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749300" rtl="0" eaLnBrk="0" fontAlgn="base" hangingPunct="0">
        <a:spcBef>
          <a:spcPct val="0"/>
        </a:spcBef>
        <a:spcAft>
          <a:spcPct val="0"/>
        </a:spcAft>
        <a:defRPr sz="7100">
          <a:solidFill>
            <a:schemeClr val="bg1"/>
          </a:solidFill>
          <a:latin typeface="+mj-lt"/>
          <a:ea typeface="MS PGothic" pitchFamily="34" charset="-128"/>
          <a:cs typeface="MS PGothic" charset="0"/>
        </a:defRPr>
      </a:lvl1pPr>
      <a:lvl2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2pPr>
      <a:lvl3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3pPr>
      <a:lvl4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4pPr>
      <a:lvl5pPr algn="ctr" defTabSz="749300" rtl="0" eaLnBrk="0" fontAlgn="base" hangingPunct="0">
        <a:spcBef>
          <a:spcPct val="0"/>
        </a:spcBef>
        <a:spcAft>
          <a:spcPct val="0"/>
        </a:spcAft>
        <a:defRPr sz="7100">
          <a:solidFill>
            <a:schemeClr val="bg1"/>
          </a:solidFill>
          <a:latin typeface="Arial Black" charset="0"/>
          <a:ea typeface="MS PGothic" pitchFamily="34" charset="-128"/>
          <a:cs typeface="MS PGothic" charset="0"/>
        </a:defRPr>
      </a:lvl5pPr>
      <a:lvl6pPr marL="457200" algn="ctr" defTabSz="749300" rtl="0" fontAlgn="base">
        <a:spcBef>
          <a:spcPct val="0"/>
        </a:spcBef>
        <a:spcAft>
          <a:spcPct val="0"/>
        </a:spcAft>
        <a:defRPr sz="7100">
          <a:solidFill>
            <a:schemeClr val="tx2"/>
          </a:solidFill>
          <a:latin typeface="Arial Black" charset="0"/>
        </a:defRPr>
      </a:lvl6pPr>
      <a:lvl7pPr marL="914400" algn="ctr" defTabSz="749300" rtl="0" fontAlgn="base">
        <a:spcBef>
          <a:spcPct val="0"/>
        </a:spcBef>
        <a:spcAft>
          <a:spcPct val="0"/>
        </a:spcAft>
        <a:defRPr sz="7100">
          <a:solidFill>
            <a:schemeClr val="tx2"/>
          </a:solidFill>
          <a:latin typeface="Arial Black" charset="0"/>
        </a:defRPr>
      </a:lvl7pPr>
      <a:lvl8pPr marL="1371600" algn="ctr" defTabSz="749300" rtl="0" fontAlgn="base">
        <a:spcBef>
          <a:spcPct val="0"/>
        </a:spcBef>
        <a:spcAft>
          <a:spcPct val="0"/>
        </a:spcAft>
        <a:defRPr sz="7100">
          <a:solidFill>
            <a:schemeClr val="tx2"/>
          </a:solidFill>
          <a:latin typeface="Arial Black" charset="0"/>
        </a:defRPr>
      </a:lvl8pPr>
      <a:lvl9pPr marL="1828800" algn="ctr" defTabSz="749300" rtl="0" fontAlgn="base">
        <a:spcBef>
          <a:spcPct val="0"/>
        </a:spcBef>
        <a:spcAft>
          <a:spcPct val="0"/>
        </a:spcAft>
        <a:defRPr sz="7100">
          <a:solidFill>
            <a:schemeClr val="tx2"/>
          </a:solidFill>
          <a:latin typeface="Arial Black" charset="0"/>
        </a:defRPr>
      </a:lvl9pPr>
    </p:titleStyle>
    <p:bodyStyle>
      <a:lvl1pPr marL="280988" indent="-280988"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1pPr>
      <a:lvl2pPr marL="606425" indent="-231775" algn="l" defTabSz="749300" rtl="0" eaLnBrk="0" fontAlgn="base" hangingPunct="0">
        <a:spcBef>
          <a:spcPct val="20000"/>
        </a:spcBef>
        <a:spcAft>
          <a:spcPct val="0"/>
        </a:spcAft>
        <a:buChar char="–"/>
        <a:defRPr sz="2400">
          <a:solidFill>
            <a:schemeClr val="tx2"/>
          </a:solidFill>
          <a:latin typeface="+mn-lt"/>
          <a:ea typeface="MS PGothic" pitchFamily="34" charset="-128"/>
          <a:cs typeface="MS PGothic" charset="0"/>
        </a:defRPr>
      </a:lvl2pPr>
      <a:lvl3pPr marL="938213" indent="-188913" algn="l" defTabSz="749300"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3pPr>
      <a:lvl4pPr marL="131286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4pPr>
      <a:lvl5pPr marL="168751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MS PGothic" charset="0"/>
        </a:defRPr>
      </a:lvl5pPr>
      <a:lvl6pPr marL="2144713" indent="-187325" algn="l" defTabSz="749300" rtl="0" fontAlgn="base">
        <a:spcBef>
          <a:spcPct val="20000"/>
        </a:spcBef>
        <a:spcAft>
          <a:spcPct val="0"/>
        </a:spcAft>
        <a:buChar char="»"/>
        <a:defRPr sz="1600">
          <a:solidFill>
            <a:schemeClr val="tx1"/>
          </a:solidFill>
          <a:latin typeface="+mn-lt"/>
          <a:ea typeface="ＭＳ Ｐゴシック" charset="-128"/>
        </a:defRPr>
      </a:lvl6pPr>
      <a:lvl7pPr marL="2601913" indent="-187325" algn="l" defTabSz="749300" rtl="0" fontAlgn="base">
        <a:spcBef>
          <a:spcPct val="20000"/>
        </a:spcBef>
        <a:spcAft>
          <a:spcPct val="0"/>
        </a:spcAft>
        <a:buChar char="»"/>
        <a:defRPr sz="1600">
          <a:solidFill>
            <a:schemeClr val="tx1"/>
          </a:solidFill>
          <a:latin typeface="+mn-lt"/>
          <a:ea typeface="ＭＳ Ｐゴシック" charset="-128"/>
        </a:defRPr>
      </a:lvl7pPr>
      <a:lvl8pPr marL="3059113" indent="-187325" algn="l" defTabSz="749300" rtl="0" fontAlgn="base">
        <a:spcBef>
          <a:spcPct val="20000"/>
        </a:spcBef>
        <a:spcAft>
          <a:spcPct val="0"/>
        </a:spcAft>
        <a:buChar char="»"/>
        <a:defRPr sz="1600">
          <a:solidFill>
            <a:schemeClr val="tx1"/>
          </a:solidFill>
          <a:latin typeface="+mn-lt"/>
          <a:ea typeface="ＭＳ Ｐゴシック" charset="-128"/>
        </a:defRPr>
      </a:lvl8pPr>
      <a:lvl9pPr marL="3516313" indent="-187325" algn="l" defTabSz="749300" rtl="0" fontAlgn="base">
        <a:spcBef>
          <a:spcPct val="20000"/>
        </a:spcBef>
        <a:spcAft>
          <a:spcPct val="0"/>
        </a:spcAft>
        <a:buChar char="»"/>
        <a:defRPr sz="1600">
          <a:solidFill>
            <a:schemeClr val="tx1"/>
          </a:solidFill>
          <a:latin typeface="+mn-lt"/>
          <a:ea typeface="ＭＳ Ｐゴシック" charset="-128"/>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5">
            <a:extLst>
              <a:ext uri="{FF2B5EF4-FFF2-40B4-BE49-F238E27FC236}">
                <a16:creationId xmlns:a16="http://schemas.microsoft.com/office/drawing/2014/main" id="{5C34FFF7-6375-FEF2-894D-1B20F0E170AB}"/>
              </a:ext>
            </a:extLst>
          </p:cNvPr>
          <p:cNvSpPr>
            <a:spLocks noChangeArrowheads="1"/>
          </p:cNvSpPr>
          <p:nvPr/>
        </p:nvSpPr>
        <p:spPr bwMode="auto">
          <a:xfrm>
            <a:off x="7315200" y="1309688"/>
            <a:ext cx="22375813" cy="318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4838" tIns="37413" rIns="74838" bIns="37413">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GB" altLang="fr-FR" sz="5600" dirty="0">
                <a:solidFill>
                  <a:schemeClr val="bg1"/>
                </a:solidFill>
                <a:latin typeface="Arial Black" panose="020B0604020202020204" pitchFamily="34" charset="0"/>
              </a:rPr>
              <a:t>Development of a Modular 3D Game Engine Framework: Core Architecture, Editor Tooling and Scene Management in C++</a:t>
            </a:r>
            <a:endParaRPr lang="en-US" altLang="fr-FR" sz="4100" b="1" dirty="0">
              <a:solidFill>
                <a:schemeClr val="bg1"/>
              </a:solidFill>
            </a:endParaRPr>
          </a:p>
          <a:p>
            <a:pPr algn="ctr">
              <a:spcBef>
                <a:spcPct val="0"/>
              </a:spcBef>
              <a:buFontTx/>
              <a:buNone/>
            </a:pPr>
            <a:r>
              <a:rPr lang="en-US" altLang="fr-FR" sz="4100" b="1" dirty="0">
                <a:solidFill>
                  <a:schemeClr val="bg1"/>
                </a:solidFill>
              </a:rPr>
              <a:t>Brian Walsh  B.Sc. Software Development, ATU Galway</a:t>
            </a:r>
          </a:p>
          <a:p>
            <a:pPr algn="ctr">
              <a:spcBef>
                <a:spcPct val="0"/>
              </a:spcBef>
              <a:buFontTx/>
              <a:buNone/>
            </a:pPr>
            <a:r>
              <a:rPr lang="en-GB" altLang="fr-FR" sz="4100" b="1" dirty="0">
                <a:solidFill>
                  <a:schemeClr val="bg1"/>
                </a:solidFill>
              </a:rPr>
              <a:t>GitHub: https://github.com/ATU-Game-Engine/GameEngine</a:t>
            </a:r>
            <a:endParaRPr lang="en-US" altLang="fr-FR" sz="2800" b="1" dirty="0">
              <a:solidFill>
                <a:schemeClr val="bg1"/>
              </a:solidFill>
            </a:endParaRPr>
          </a:p>
        </p:txBody>
      </p:sp>
      <p:sp>
        <p:nvSpPr>
          <p:cNvPr id="5122" name="Text Box 471">
            <a:extLst>
              <a:ext uri="{FF2B5EF4-FFF2-40B4-BE49-F238E27FC236}">
                <a16:creationId xmlns:a16="http://schemas.microsoft.com/office/drawing/2014/main" id="{2AC155E6-8ACE-F3F1-A66B-0F772E5066BD}"/>
              </a:ext>
            </a:extLst>
          </p:cNvPr>
          <p:cNvSpPr txBox="1">
            <a:spLocks noChangeArrowheads="1"/>
          </p:cNvSpPr>
          <p:nvPr/>
        </p:nvSpPr>
        <p:spPr bwMode="auto">
          <a:xfrm>
            <a:off x="646113" y="6248400"/>
            <a:ext cx="9321800" cy="630238"/>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Introduction</a:t>
            </a:r>
          </a:p>
        </p:txBody>
      </p:sp>
      <p:sp>
        <p:nvSpPr>
          <p:cNvPr id="5123" name="Text Box 472">
            <a:extLst>
              <a:ext uri="{FF2B5EF4-FFF2-40B4-BE49-F238E27FC236}">
                <a16:creationId xmlns:a16="http://schemas.microsoft.com/office/drawing/2014/main" id="{93F4D7DD-0651-5DEB-C3FF-9F7911696A02}"/>
              </a:ext>
            </a:extLst>
          </p:cNvPr>
          <p:cNvSpPr txBox="1">
            <a:spLocks noChangeArrowheads="1"/>
          </p:cNvSpPr>
          <p:nvPr/>
        </p:nvSpPr>
        <p:spPr bwMode="auto">
          <a:xfrm>
            <a:off x="650875" y="6910388"/>
            <a:ext cx="9317038" cy="6758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This project presents the development of a modular 3D game engine framework built in C++ and OpenGL as part of a collaborative Final Year Project. Three developers each took responsibility for a distinct component: framework, rendering and physics.</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dirty="0">
                <a:latin typeface="Arial Narrow" panose="020B0604020202020204" pitchFamily="34" charset="0"/>
              </a:rPr>
              <a:t>The framework is the foundational integration layer, coordinating the rendering and physics modules. It provides timing infrastructure, input management, camera control, editor tooling and scene management. The rendering pipeline was developed independently by Radoslaw Rodak and the physics system by Liam Ryan.</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dirty="0">
                <a:latin typeface="Arial Narrow" panose="020B0604020202020204" pitchFamily="34" charset="0"/>
              </a:rPr>
              <a:t>Building from scratch reveals architectural decisions and real-time constraints that commercial engines such as Unity and Unreal Engine abstract away. This provided valuable insight into 3D systems programming.</a:t>
            </a:r>
          </a:p>
        </p:txBody>
      </p:sp>
      <p:sp>
        <p:nvSpPr>
          <p:cNvPr id="5124" name="Text Box 473">
            <a:extLst>
              <a:ext uri="{FF2B5EF4-FFF2-40B4-BE49-F238E27FC236}">
                <a16:creationId xmlns:a16="http://schemas.microsoft.com/office/drawing/2014/main" id="{D129D99C-2A5B-B2A0-6E84-3C4C123C1FF7}"/>
              </a:ext>
            </a:extLst>
          </p:cNvPr>
          <p:cNvSpPr txBox="1">
            <a:spLocks noChangeArrowheads="1"/>
          </p:cNvSpPr>
          <p:nvPr/>
        </p:nvSpPr>
        <p:spPr bwMode="auto">
          <a:xfrm>
            <a:off x="617371" y="13577601"/>
            <a:ext cx="9321800" cy="630237"/>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System Overview</a:t>
            </a:r>
          </a:p>
        </p:txBody>
      </p:sp>
      <p:sp>
        <p:nvSpPr>
          <p:cNvPr id="5131" name="Text Box 490">
            <a:extLst>
              <a:ext uri="{FF2B5EF4-FFF2-40B4-BE49-F238E27FC236}">
                <a16:creationId xmlns:a16="http://schemas.microsoft.com/office/drawing/2014/main" id="{559C8A58-C31B-3A67-9FA3-76977BDC8D49}"/>
              </a:ext>
            </a:extLst>
          </p:cNvPr>
          <p:cNvSpPr txBox="1">
            <a:spLocks noChangeArrowheads="1"/>
          </p:cNvSpPr>
          <p:nvPr/>
        </p:nvSpPr>
        <p:spPr bwMode="auto">
          <a:xfrm>
            <a:off x="642937" y="32651763"/>
            <a:ext cx="9315450" cy="630237"/>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Tech Stack</a:t>
            </a:r>
          </a:p>
        </p:txBody>
      </p:sp>
      <p:sp>
        <p:nvSpPr>
          <p:cNvPr id="5132" name="Text Box 491">
            <a:extLst>
              <a:ext uri="{FF2B5EF4-FFF2-40B4-BE49-F238E27FC236}">
                <a16:creationId xmlns:a16="http://schemas.microsoft.com/office/drawing/2014/main" id="{5470739C-1FD7-9B8E-A9BA-D15B0F6E045D}"/>
              </a:ext>
            </a:extLst>
          </p:cNvPr>
          <p:cNvSpPr txBox="1">
            <a:spLocks noChangeArrowheads="1"/>
          </p:cNvSpPr>
          <p:nvPr/>
        </p:nvSpPr>
        <p:spPr bwMode="auto">
          <a:xfrm>
            <a:off x="642937" y="33313750"/>
            <a:ext cx="9315450" cy="555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b="1" dirty="0">
                <a:latin typeface="Arial Narrow" panose="020B0604020202020204" pitchFamily="34" charset="0"/>
              </a:rPr>
              <a:t>Language: C++</a:t>
            </a:r>
          </a:p>
          <a:p>
            <a:pPr eaLnBrk="1" hangingPunct="1">
              <a:spcBef>
                <a:spcPct val="0"/>
              </a:spcBef>
              <a:buFontTx/>
              <a:buNone/>
            </a:pPr>
            <a:r>
              <a:rPr lang="en-US" altLang="fr-FR" sz="2600" b="1" dirty="0">
                <a:latin typeface="Arial Narrow" panose="020B0604020202020204" pitchFamily="34" charset="0"/>
              </a:rPr>
              <a:t>Graphics API: OpenGL</a:t>
            </a:r>
          </a:p>
          <a:p>
            <a:pPr eaLnBrk="1" hangingPunct="1">
              <a:spcBef>
                <a:spcPct val="0"/>
              </a:spcBef>
              <a:buFontTx/>
              <a:buNone/>
            </a:pPr>
            <a:r>
              <a:rPr lang="en-US" altLang="fr-FR" sz="2600" b="1" dirty="0">
                <a:latin typeface="Arial Narrow" panose="020B0604020202020204" pitchFamily="34" charset="0"/>
              </a:rPr>
              <a:t>Windowing / Input: GLFW</a:t>
            </a:r>
          </a:p>
          <a:p>
            <a:pPr eaLnBrk="1" hangingPunct="1">
              <a:spcBef>
                <a:spcPct val="0"/>
              </a:spcBef>
              <a:buFontTx/>
              <a:buNone/>
            </a:pPr>
            <a:r>
              <a:rPr lang="en-US" altLang="fr-FR" sz="2600" b="1" dirty="0">
                <a:latin typeface="Arial Narrow" panose="020B0604020202020204" pitchFamily="34" charset="0"/>
              </a:rPr>
              <a:t>Physics: Bullet Physics</a:t>
            </a:r>
          </a:p>
          <a:p>
            <a:pPr eaLnBrk="1" hangingPunct="1">
              <a:spcBef>
                <a:spcPct val="0"/>
              </a:spcBef>
              <a:buFontTx/>
              <a:buNone/>
            </a:pPr>
            <a:r>
              <a:rPr lang="en-US" altLang="fr-FR" sz="2600" b="1" dirty="0">
                <a:latin typeface="Arial Narrow" panose="020B0604020202020204" pitchFamily="34" charset="0"/>
              </a:rPr>
              <a:t>UI: Dear </a:t>
            </a:r>
            <a:r>
              <a:rPr lang="en-US" altLang="fr-FR" sz="2600" b="1" dirty="0" err="1">
                <a:latin typeface="Arial Narrow" panose="020B0604020202020204" pitchFamily="34" charset="0"/>
              </a:rPr>
              <a:t>ImGui</a:t>
            </a:r>
            <a:endParaRPr lang="en-US" altLang="fr-FR" sz="2600" b="1" dirty="0">
              <a:latin typeface="Arial Narrow" panose="020B0604020202020204" pitchFamily="34" charset="0"/>
            </a:endParaRPr>
          </a:p>
          <a:p>
            <a:pPr eaLnBrk="1" hangingPunct="1">
              <a:spcBef>
                <a:spcPct val="0"/>
              </a:spcBef>
              <a:buFontTx/>
              <a:buNone/>
            </a:pPr>
            <a:r>
              <a:rPr lang="en-US" altLang="fr-FR" sz="2600" b="1" dirty="0">
                <a:latin typeface="Arial Narrow" panose="020B0604020202020204" pitchFamily="34" charset="0"/>
              </a:rPr>
              <a:t>Build System: </a:t>
            </a:r>
            <a:r>
              <a:rPr lang="en-US" altLang="fr-FR" sz="2600" b="1" dirty="0" err="1">
                <a:latin typeface="Arial Narrow" panose="020B0604020202020204" pitchFamily="34" charset="0"/>
              </a:rPr>
              <a:t>CMake</a:t>
            </a:r>
            <a:r>
              <a:rPr lang="en-US" altLang="fr-FR" sz="2600" b="1" dirty="0">
                <a:latin typeface="Arial Narrow" panose="020B0604020202020204" pitchFamily="34" charset="0"/>
              </a:rPr>
              <a:t> / </a:t>
            </a:r>
            <a:r>
              <a:rPr lang="en-US" altLang="fr-FR" sz="2600" b="1" dirty="0" err="1">
                <a:latin typeface="Arial Narrow" panose="020B0604020202020204" pitchFamily="34" charset="0"/>
              </a:rPr>
              <a:t>vcpkg</a:t>
            </a:r>
            <a:endParaRPr lang="en-US" altLang="fr-FR" sz="2600" b="1" dirty="0">
              <a:latin typeface="Arial Narrow" panose="020B0604020202020204" pitchFamily="34" charset="0"/>
            </a:endParaRPr>
          </a:p>
          <a:p>
            <a:pPr eaLnBrk="1" hangingPunct="1">
              <a:spcBef>
                <a:spcPct val="0"/>
              </a:spcBef>
              <a:buFontTx/>
              <a:buNone/>
            </a:pPr>
            <a:r>
              <a:rPr lang="en-US" altLang="fr-FR" sz="2600" b="1" dirty="0">
                <a:latin typeface="Arial Narrow" panose="020B0604020202020204" pitchFamily="34" charset="0"/>
              </a:rPr>
              <a:t>Version Control: GitHub</a:t>
            </a:r>
          </a:p>
          <a:p>
            <a:pPr eaLnBrk="1" hangingPunct="1">
              <a:spcBef>
                <a:spcPct val="0"/>
              </a:spcBef>
              <a:buFontTx/>
              <a:buNone/>
            </a:pPr>
            <a:r>
              <a:rPr lang="en-US" altLang="fr-FR" sz="2600" b="1" dirty="0">
                <a:latin typeface="Arial Narrow" panose="020B0604020202020204" pitchFamily="34" charset="0"/>
              </a:rPr>
              <a:t>IDE: Visual Studio 2022</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dirty="0">
                <a:latin typeface="Arial Narrow" panose="020B0604020202020204" pitchFamily="34" charset="0"/>
              </a:rPr>
              <a:t>External libraries limited to windowing, physics, UI and build tooling. The core game loop, input system, scene manager and editor are entirely custom C++.</a:t>
            </a:r>
          </a:p>
        </p:txBody>
      </p:sp>
      <p:sp>
        <p:nvSpPr>
          <p:cNvPr id="5134" name="Text Box 495">
            <a:extLst>
              <a:ext uri="{FF2B5EF4-FFF2-40B4-BE49-F238E27FC236}">
                <a16:creationId xmlns:a16="http://schemas.microsoft.com/office/drawing/2014/main" id="{66C5DC0B-886C-242B-0A7A-DA2E0E8025A9}"/>
              </a:ext>
            </a:extLst>
          </p:cNvPr>
          <p:cNvSpPr txBox="1">
            <a:spLocks noChangeArrowheads="1"/>
          </p:cNvSpPr>
          <p:nvPr/>
        </p:nvSpPr>
        <p:spPr bwMode="auto">
          <a:xfrm>
            <a:off x="10453688" y="6248400"/>
            <a:ext cx="9320212" cy="630238"/>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Framework Architecture</a:t>
            </a:r>
          </a:p>
        </p:txBody>
      </p:sp>
      <p:sp>
        <p:nvSpPr>
          <p:cNvPr id="5135" name="Text Box 496">
            <a:extLst>
              <a:ext uri="{FF2B5EF4-FFF2-40B4-BE49-F238E27FC236}">
                <a16:creationId xmlns:a16="http://schemas.microsoft.com/office/drawing/2014/main" id="{74E5DC18-3C0E-6767-6237-92CB696FA42F}"/>
              </a:ext>
            </a:extLst>
          </p:cNvPr>
          <p:cNvSpPr txBox="1">
            <a:spLocks noChangeArrowheads="1"/>
          </p:cNvSpPr>
          <p:nvPr/>
        </p:nvSpPr>
        <p:spPr bwMode="auto">
          <a:xfrm>
            <a:off x="10453688" y="6910388"/>
            <a:ext cx="9320212" cy="275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The framework encompasses five subsystems: a fixed-timestep game loop, a three-state input system, a camera system, a scene manager with JSON </a:t>
            </a:r>
            <a:r>
              <a:rPr lang="en-US" altLang="fr-FR" sz="2600" dirty="0" err="1">
                <a:latin typeface="Arial Narrow" panose="020B0604020202020204" pitchFamily="34" charset="0"/>
              </a:rPr>
              <a:t>serialisation</a:t>
            </a:r>
            <a:r>
              <a:rPr lang="en-US" altLang="fr-FR" sz="2600" dirty="0">
                <a:latin typeface="Arial Narrow" panose="020B0604020202020204" pitchFamily="34" charset="0"/>
              </a:rPr>
              <a:t> and an editor mode with Dear </a:t>
            </a:r>
            <a:r>
              <a:rPr lang="en-US" altLang="fr-FR" sz="2600" dirty="0" err="1">
                <a:latin typeface="Arial Narrow" panose="020B0604020202020204" pitchFamily="34" charset="0"/>
              </a:rPr>
              <a:t>ImGui</a:t>
            </a:r>
            <a:r>
              <a:rPr lang="en-US" altLang="fr-FR" sz="2600" dirty="0">
                <a:latin typeface="Arial Narrow" panose="020B0604020202020204" pitchFamily="34" charset="0"/>
              </a:rPr>
              <a:t> integration. Transform gizmos and mouse-based raycasting for object selection.</a:t>
            </a:r>
          </a:p>
        </p:txBody>
      </p:sp>
      <p:sp>
        <p:nvSpPr>
          <p:cNvPr id="5137" name="Text Box 502">
            <a:extLst>
              <a:ext uri="{FF2B5EF4-FFF2-40B4-BE49-F238E27FC236}">
                <a16:creationId xmlns:a16="http://schemas.microsoft.com/office/drawing/2014/main" id="{6F1B12F0-C5AB-9D8E-F9ED-8294A3235DDE}"/>
              </a:ext>
            </a:extLst>
          </p:cNvPr>
          <p:cNvSpPr txBox="1">
            <a:spLocks noChangeArrowheads="1"/>
          </p:cNvSpPr>
          <p:nvPr/>
        </p:nvSpPr>
        <p:spPr bwMode="auto">
          <a:xfrm>
            <a:off x="10509250" y="14875716"/>
            <a:ext cx="9320212" cy="630237"/>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dirty="0">
                <a:solidFill>
                  <a:schemeClr val="bg1"/>
                </a:solidFill>
                <a:latin typeface="Arial Narrow" panose="020B0604020202020204" pitchFamily="34" charset="0"/>
              </a:rPr>
              <a:t>Key Features</a:t>
            </a:r>
          </a:p>
        </p:txBody>
      </p:sp>
      <p:sp>
        <p:nvSpPr>
          <p:cNvPr id="5138" name="Text Box 503">
            <a:extLst>
              <a:ext uri="{FF2B5EF4-FFF2-40B4-BE49-F238E27FC236}">
                <a16:creationId xmlns:a16="http://schemas.microsoft.com/office/drawing/2014/main" id="{073A4DCE-DD99-DCC5-1B5E-24908A1B2736}"/>
              </a:ext>
            </a:extLst>
          </p:cNvPr>
          <p:cNvSpPr txBox="1">
            <a:spLocks noChangeArrowheads="1"/>
          </p:cNvSpPr>
          <p:nvPr/>
        </p:nvSpPr>
        <p:spPr bwMode="auto">
          <a:xfrm>
            <a:off x="10460606" y="19999610"/>
            <a:ext cx="9242874" cy="21963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r>
              <a:rPr lang="en-US" altLang="fr-FR" sz="2600" b="1" dirty="0">
                <a:latin typeface="Arial Narrow" panose="020B0604020202020204" pitchFamily="34" charset="0"/>
              </a:rPr>
              <a:t>Fixed-Timestep Game Loop</a:t>
            </a:r>
          </a:p>
          <a:p>
            <a:pPr eaLnBrk="1" hangingPunct="1">
              <a:spcBef>
                <a:spcPct val="0"/>
              </a:spcBef>
              <a:buFontTx/>
              <a:buNone/>
            </a:pPr>
            <a:r>
              <a:rPr lang="en-US" altLang="fr-FR" sz="2600" dirty="0">
                <a:latin typeface="Arial Narrow" panose="020B0604020202020204" pitchFamily="34" charset="0"/>
              </a:rPr>
              <a:t>An accumulator pattern maintains consistent 60 Hz physics updates independent of rendering frame rate. A 250ms frame-time cap prevents the spiral-of-death during performance hitches. In editor mode, the accumulator is discarded each frame to freeze physics while scene content is authored.</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b="1" dirty="0">
                <a:latin typeface="Arial Narrow" panose="020B0604020202020204" pitchFamily="34" charset="0"/>
              </a:rPr>
              <a:t>Input System</a:t>
            </a:r>
          </a:p>
          <a:p>
            <a:pPr eaLnBrk="1" hangingPunct="1">
              <a:spcBef>
                <a:spcPct val="0"/>
              </a:spcBef>
              <a:buFontTx/>
              <a:buNone/>
            </a:pPr>
            <a:r>
              <a:rPr lang="en-US" altLang="fr-FR" sz="2600" dirty="0">
                <a:latin typeface="Arial Narrow" panose="020B0604020202020204" pitchFamily="34" charset="0"/>
              </a:rPr>
              <a:t>Three static arrays (keysPressed[1024], keysDown[1024], keysReleased[1024]) track pressed, held and released states per frame. GLFW callbacks populate the arrays; BeginFrame() clears transient states at the start of each frame. All events forward to Dear ImGui before engine processing with WantCaptureKeyboard/WantCaptureMouse checks preventing UI click-through.</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b="1" dirty="0">
                <a:latin typeface="Arial Narrow" panose="020B0604020202020204" pitchFamily="34" charset="0"/>
              </a:rPr>
              <a:t>Editor Mode</a:t>
            </a:r>
          </a:p>
          <a:p>
            <a:pPr eaLnBrk="1" hangingPunct="1">
              <a:spcBef>
                <a:spcPct val="0"/>
              </a:spcBef>
              <a:buFontTx/>
              <a:buNone/>
            </a:pPr>
            <a:r>
              <a:rPr lang="en-US" altLang="fr-FR" sz="2600" dirty="0">
                <a:latin typeface="Arial Narrow" panose="020B0604020202020204" pitchFamily="34" charset="0"/>
              </a:rPr>
              <a:t>The E key toggles between Editor and Game modes, reconfiguring cursor visibility, physics activation, input routing and UI visibility. Editor mode pauses physics, shows transform gizmos and enables ImGui panels. Game mode hides the cursor, captures mouse input and activates all physics bodies. </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endParaRPr lang="en-US" altLang="fr-FR" sz="2600" b="1" dirty="0">
              <a:latin typeface="Arial Narrow" panose="020B0604020202020204" pitchFamily="34" charset="0"/>
            </a:endParaRPr>
          </a:p>
          <a:p>
            <a:pPr eaLnBrk="1" hangingPunct="1">
              <a:spcBef>
                <a:spcPct val="0"/>
              </a:spcBef>
              <a:buFontTx/>
              <a:buNone/>
            </a:pPr>
            <a:r>
              <a:rPr lang="en-US" altLang="fr-FR" sz="2600" b="1" dirty="0">
                <a:latin typeface="Arial Narrow" panose="020B0604020202020204" pitchFamily="34" charset="0"/>
              </a:rPr>
              <a:t>Object Selection and Raycasting</a:t>
            </a:r>
          </a:p>
          <a:p>
            <a:pPr eaLnBrk="1" hangingPunct="1">
              <a:spcBef>
                <a:spcPct val="0"/>
              </a:spcBef>
              <a:buFontTx/>
              <a:buNone/>
            </a:pPr>
            <a:r>
              <a:rPr lang="en-US" altLang="fr-FR" sz="2600" dirty="0">
                <a:latin typeface="Arial Narrow" panose="020B0604020202020204" pitchFamily="34" charset="0"/>
              </a:rPr>
              <a:t>Mouse clicks transform from screen space through NDC, clip, eye and world space via inverse projection and view matrices. Ray-AABB intersection uses the slab method, tracking the closest hit to select the frontmost object. The gizmo system enables axis-constrained translation by projecting mouse movement onto a drag plane perpendicular to the active axis. </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b="1" dirty="0">
                <a:latin typeface="Arial Narrow" panose="020B0604020202020204" pitchFamily="34" charset="0"/>
              </a:rPr>
              <a:t>Scene Serialisation</a:t>
            </a:r>
          </a:p>
          <a:p>
            <a:pPr eaLnBrk="1" hangingPunct="1">
              <a:spcBef>
                <a:spcPct val="0"/>
              </a:spcBef>
              <a:buFontTx/>
              <a:buNone/>
            </a:pPr>
            <a:r>
              <a:rPr lang="en-US" altLang="fr-FR" sz="2600" dirty="0">
                <a:latin typeface="Arial Narrow" panose="020B0604020202020204" pitchFamily="34" charset="0"/>
              </a:rPr>
              <a:t>Scenes persist as human-readable JSON with 4-space indentation. Each GameObject serialises its ID, name, tags, shape type, transform (position, rotation as quaternion, scale), rendering configuration and physics parameters. The Scene Manager UI restricts save, load, rename and delete to editor mode with confirmation popups on deletion and F5/F9 keyboard shortcuts for rapid iteration.</a:t>
            </a:r>
          </a:p>
        </p:txBody>
      </p:sp>
      <p:sp>
        <p:nvSpPr>
          <p:cNvPr id="5143" name="Text Box 522">
            <a:extLst>
              <a:ext uri="{FF2B5EF4-FFF2-40B4-BE49-F238E27FC236}">
                <a16:creationId xmlns:a16="http://schemas.microsoft.com/office/drawing/2014/main" id="{B65C3058-CB06-208E-864A-AF7CAC613D8C}"/>
              </a:ext>
            </a:extLst>
          </p:cNvPr>
          <p:cNvSpPr txBox="1">
            <a:spLocks noChangeArrowheads="1"/>
          </p:cNvSpPr>
          <p:nvPr/>
        </p:nvSpPr>
        <p:spPr bwMode="auto">
          <a:xfrm>
            <a:off x="20253325" y="6248400"/>
            <a:ext cx="9320213" cy="630238"/>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Results</a:t>
            </a:r>
          </a:p>
        </p:txBody>
      </p:sp>
      <p:sp>
        <p:nvSpPr>
          <p:cNvPr id="5144" name="Text Box 523">
            <a:extLst>
              <a:ext uri="{FF2B5EF4-FFF2-40B4-BE49-F238E27FC236}">
                <a16:creationId xmlns:a16="http://schemas.microsoft.com/office/drawing/2014/main" id="{63A962A6-6D03-0125-64E5-D18F8F8C4D7E}"/>
              </a:ext>
            </a:extLst>
          </p:cNvPr>
          <p:cNvSpPr txBox="1">
            <a:spLocks noChangeArrowheads="1"/>
          </p:cNvSpPr>
          <p:nvPr/>
        </p:nvSpPr>
        <p:spPr bwMode="auto">
          <a:xfrm>
            <a:off x="20390529" y="10875231"/>
            <a:ext cx="9320212" cy="1157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Interactive transform gizmo showing red (X), green (Y) and blue (Z) axes for axis-constrained object manipulation in the 3D scene</a:t>
            </a:r>
          </a:p>
        </p:txBody>
      </p:sp>
      <p:sp>
        <p:nvSpPr>
          <p:cNvPr id="5181" name="Text Box 561">
            <a:extLst>
              <a:ext uri="{FF2B5EF4-FFF2-40B4-BE49-F238E27FC236}">
                <a16:creationId xmlns:a16="http://schemas.microsoft.com/office/drawing/2014/main" id="{D21F993C-8896-7A39-9885-F734507DE7AC}"/>
              </a:ext>
            </a:extLst>
          </p:cNvPr>
          <p:cNvSpPr txBox="1">
            <a:spLocks noChangeArrowheads="1"/>
          </p:cNvSpPr>
          <p:nvPr/>
        </p:nvSpPr>
        <p:spPr bwMode="auto">
          <a:xfrm>
            <a:off x="20261263" y="31148033"/>
            <a:ext cx="9320212" cy="630237"/>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Conclusion</a:t>
            </a:r>
          </a:p>
        </p:txBody>
      </p:sp>
      <p:sp>
        <p:nvSpPr>
          <p:cNvPr id="5182" name="Text Box 562">
            <a:extLst>
              <a:ext uri="{FF2B5EF4-FFF2-40B4-BE49-F238E27FC236}">
                <a16:creationId xmlns:a16="http://schemas.microsoft.com/office/drawing/2014/main" id="{94A6FC72-1C8D-855D-B250-14B8908B2CB0}"/>
              </a:ext>
            </a:extLst>
          </p:cNvPr>
          <p:cNvSpPr txBox="1">
            <a:spLocks noChangeArrowheads="1"/>
          </p:cNvSpPr>
          <p:nvPr/>
        </p:nvSpPr>
        <p:spPr bwMode="auto">
          <a:xfrm>
            <a:off x="20261263" y="39659243"/>
            <a:ext cx="9320212" cy="630237"/>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Acknowledgements</a:t>
            </a:r>
          </a:p>
        </p:txBody>
      </p:sp>
      <p:sp>
        <p:nvSpPr>
          <p:cNvPr id="5184" name="Text Box 564">
            <a:extLst>
              <a:ext uri="{FF2B5EF4-FFF2-40B4-BE49-F238E27FC236}">
                <a16:creationId xmlns:a16="http://schemas.microsoft.com/office/drawing/2014/main" id="{BA5BC09A-B8D2-441B-B428-300D13AAA6D1}"/>
              </a:ext>
            </a:extLst>
          </p:cNvPr>
          <p:cNvSpPr txBox="1">
            <a:spLocks noChangeArrowheads="1"/>
          </p:cNvSpPr>
          <p:nvPr/>
        </p:nvSpPr>
        <p:spPr bwMode="auto">
          <a:xfrm>
            <a:off x="20205699" y="32061807"/>
            <a:ext cx="9328151" cy="6358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All five objectives were successfully delivered. The fixed-timestep accumulator maintains deterministic 60 Hz physics independent of rendering frame rate, confirmed by runtime measurements of 16.67ms delta time and exactly 60 physics steps per second. The editor mode provides comprehensive Dear ImGui debug tools with interactive transform gizmos.</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dirty="0">
                <a:latin typeface="Arial Narrow" panose="020B0604020202020204" pitchFamily="34" charset="0"/>
              </a:rPr>
              <a:t>The three-state input system isolates single-frame events from held states and prevents UI click-through. The raycasting system accurately transforms screen-space clicks into world-space selections via AABB slab intersection. JSON scene serialisation persists complex object hierarchies with full round-trip fidelity.</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dirty="0">
                <a:latin typeface="Arial Narrow" panose="020B0604020202020204" pitchFamily="34" charset="0"/>
              </a:rPr>
              <a:t>Key insight: dual-mode state management proved complex, requiring orchestration of cursor, physics, input and selection state. Future work includes spatial partitioning, rotation/scale gizmos and undo/redo infrastructure.</a:t>
            </a:r>
          </a:p>
        </p:txBody>
      </p:sp>
      <p:sp>
        <p:nvSpPr>
          <p:cNvPr id="5185" name="Text Box 565">
            <a:extLst>
              <a:ext uri="{FF2B5EF4-FFF2-40B4-BE49-F238E27FC236}">
                <a16:creationId xmlns:a16="http://schemas.microsoft.com/office/drawing/2014/main" id="{350A28C5-3477-EE32-4731-F6D705B908B8}"/>
              </a:ext>
            </a:extLst>
          </p:cNvPr>
          <p:cNvSpPr txBox="1">
            <a:spLocks noChangeArrowheads="1"/>
          </p:cNvSpPr>
          <p:nvPr/>
        </p:nvSpPr>
        <p:spPr bwMode="auto">
          <a:xfrm>
            <a:off x="20261263" y="40286305"/>
            <a:ext cx="9272587" cy="195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Supervised by Dr. Aaron Hurley, Atlantic Technological University Galway.</a:t>
            </a:r>
          </a:p>
        </p:txBody>
      </p:sp>
      <p:sp>
        <p:nvSpPr>
          <p:cNvPr id="5190" name="Text Box 474">
            <a:extLst>
              <a:ext uri="{FF2B5EF4-FFF2-40B4-BE49-F238E27FC236}">
                <a16:creationId xmlns:a16="http://schemas.microsoft.com/office/drawing/2014/main" id="{A7025418-8D09-BBD1-594E-37FB775AF3E3}"/>
              </a:ext>
            </a:extLst>
          </p:cNvPr>
          <p:cNvSpPr txBox="1">
            <a:spLocks noChangeArrowheads="1"/>
          </p:cNvSpPr>
          <p:nvPr/>
        </p:nvSpPr>
        <p:spPr bwMode="auto">
          <a:xfrm>
            <a:off x="617371" y="14301489"/>
            <a:ext cx="9321800" cy="595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The engine follows a modular design with the framework at the centre, coordinating rendering and physics through well-defined interfaces. The framework initialises the OpenGL context via GLFW, drives the fixed-timestep physics loop and exposes a scene graph of GameObjects to the renderer.</a:t>
            </a:r>
          </a:p>
          <a:p>
            <a:pPr eaLnBrk="1" hangingPunct="1">
              <a:spcBef>
                <a:spcPct val="0"/>
              </a:spcBef>
              <a:buFontTx/>
              <a:buNone/>
            </a:pPr>
            <a:endParaRPr lang="en-US" altLang="fr-FR" sz="2600" dirty="0">
              <a:latin typeface="Arial Narrow" panose="020B0604020202020204" pitchFamily="34" charset="0"/>
            </a:endParaRPr>
          </a:p>
          <a:p>
            <a:pPr eaLnBrk="1" hangingPunct="1">
              <a:spcBef>
                <a:spcPct val="0"/>
              </a:spcBef>
              <a:buFontTx/>
              <a:buNone/>
            </a:pPr>
            <a:r>
              <a:rPr lang="en-US" altLang="fr-FR" sz="2600" dirty="0">
                <a:latin typeface="Arial Narrow" panose="020B0604020202020204" pitchFamily="34" charset="0"/>
              </a:rPr>
              <a:t>Transform synchronisation occurs through the shared scene system: during gameplay, physics controls object positions; in editor mode, authored transforms take precedence. The framework passes timestep data to physics and camera matrices to the renderer.</a:t>
            </a:r>
          </a:p>
        </p:txBody>
      </p:sp>
      <p:pic>
        <p:nvPicPr>
          <p:cNvPr id="5" name="Picture 4">
            <a:extLst>
              <a:ext uri="{FF2B5EF4-FFF2-40B4-BE49-F238E27FC236}">
                <a16:creationId xmlns:a16="http://schemas.microsoft.com/office/drawing/2014/main" id="{CBC480F1-4B3C-07D0-3839-48DE971D008F}"/>
              </a:ext>
            </a:extLst>
          </p:cNvPr>
          <p:cNvPicPr>
            <a:picLocks noChangeAspect="1"/>
          </p:cNvPicPr>
          <p:nvPr/>
        </p:nvPicPr>
        <p:blipFill>
          <a:blip r:embed="rId3"/>
          <a:stretch>
            <a:fillRect/>
          </a:stretch>
        </p:blipFill>
        <p:spPr>
          <a:xfrm>
            <a:off x="928695" y="19421112"/>
            <a:ext cx="8756635" cy="12106276"/>
          </a:xfrm>
          <a:prstGeom prst="rect">
            <a:avLst/>
          </a:prstGeom>
        </p:spPr>
      </p:pic>
      <p:pic>
        <p:nvPicPr>
          <p:cNvPr id="7" name="Picture 6">
            <a:extLst>
              <a:ext uri="{FF2B5EF4-FFF2-40B4-BE49-F238E27FC236}">
                <a16:creationId xmlns:a16="http://schemas.microsoft.com/office/drawing/2014/main" id="{3E317B05-6CAD-47A9-ED46-FA72C490F609}"/>
              </a:ext>
            </a:extLst>
          </p:cNvPr>
          <p:cNvPicPr>
            <a:picLocks noChangeAspect="1"/>
          </p:cNvPicPr>
          <p:nvPr/>
        </p:nvPicPr>
        <p:blipFill>
          <a:blip r:embed="rId4"/>
          <a:stretch>
            <a:fillRect/>
          </a:stretch>
        </p:blipFill>
        <p:spPr>
          <a:xfrm>
            <a:off x="10509250" y="9576299"/>
            <a:ext cx="4922157" cy="5226696"/>
          </a:xfrm>
          <a:prstGeom prst="rect">
            <a:avLst/>
          </a:prstGeom>
        </p:spPr>
      </p:pic>
      <p:pic>
        <p:nvPicPr>
          <p:cNvPr id="9" name="Picture 8">
            <a:extLst>
              <a:ext uri="{FF2B5EF4-FFF2-40B4-BE49-F238E27FC236}">
                <a16:creationId xmlns:a16="http://schemas.microsoft.com/office/drawing/2014/main" id="{3D1B49C4-9650-DE76-D3F4-01E45B129C4D}"/>
              </a:ext>
            </a:extLst>
          </p:cNvPr>
          <p:cNvPicPr>
            <a:picLocks noChangeAspect="1"/>
          </p:cNvPicPr>
          <p:nvPr/>
        </p:nvPicPr>
        <p:blipFill>
          <a:blip r:embed="rId5"/>
          <a:stretch>
            <a:fillRect/>
          </a:stretch>
        </p:blipFill>
        <p:spPr>
          <a:xfrm>
            <a:off x="15466107" y="9576299"/>
            <a:ext cx="4273092" cy="5226696"/>
          </a:xfrm>
          <a:prstGeom prst="rect">
            <a:avLst/>
          </a:prstGeom>
        </p:spPr>
      </p:pic>
      <p:pic>
        <p:nvPicPr>
          <p:cNvPr id="11" name="Picture 10">
            <a:extLst>
              <a:ext uri="{FF2B5EF4-FFF2-40B4-BE49-F238E27FC236}">
                <a16:creationId xmlns:a16="http://schemas.microsoft.com/office/drawing/2014/main" id="{7D33025F-324F-AB34-6D00-2F1145DC2DF6}"/>
              </a:ext>
            </a:extLst>
          </p:cNvPr>
          <p:cNvPicPr>
            <a:picLocks noChangeAspect="1"/>
          </p:cNvPicPr>
          <p:nvPr/>
        </p:nvPicPr>
        <p:blipFill>
          <a:blip r:embed="rId6"/>
          <a:stretch>
            <a:fillRect/>
          </a:stretch>
        </p:blipFill>
        <p:spPr>
          <a:xfrm>
            <a:off x="10509250" y="15578673"/>
            <a:ext cx="9194230" cy="9051133"/>
          </a:xfrm>
          <a:prstGeom prst="rect">
            <a:avLst/>
          </a:prstGeom>
        </p:spPr>
      </p:pic>
      <p:pic>
        <p:nvPicPr>
          <p:cNvPr id="17" name="Picture 16">
            <a:extLst>
              <a:ext uri="{FF2B5EF4-FFF2-40B4-BE49-F238E27FC236}">
                <a16:creationId xmlns:a16="http://schemas.microsoft.com/office/drawing/2014/main" id="{74541645-02E2-8308-4C13-0B30C9FA90F5}"/>
              </a:ext>
            </a:extLst>
          </p:cNvPr>
          <p:cNvPicPr>
            <a:picLocks noChangeAspect="1"/>
          </p:cNvPicPr>
          <p:nvPr/>
        </p:nvPicPr>
        <p:blipFill>
          <a:blip r:embed="rId7"/>
          <a:stretch>
            <a:fillRect/>
          </a:stretch>
        </p:blipFill>
        <p:spPr>
          <a:xfrm>
            <a:off x="21503413" y="7143733"/>
            <a:ext cx="7094445" cy="3735493"/>
          </a:xfrm>
          <a:prstGeom prst="rect">
            <a:avLst/>
          </a:prstGeom>
        </p:spPr>
      </p:pic>
      <p:pic>
        <p:nvPicPr>
          <p:cNvPr id="19" name="Picture 18">
            <a:extLst>
              <a:ext uri="{FF2B5EF4-FFF2-40B4-BE49-F238E27FC236}">
                <a16:creationId xmlns:a16="http://schemas.microsoft.com/office/drawing/2014/main" id="{87F69E17-9BA5-777D-7219-7A0B8026EB77}"/>
              </a:ext>
            </a:extLst>
          </p:cNvPr>
          <p:cNvPicPr>
            <a:picLocks noChangeAspect="1"/>
          </p:cNvPicPr>
          <p:nvPr/>
        </p:nvPicPr>
        <p:blipFill>
          <a:blip r:embed="rId8"/>
          <a:stretch>
            <a:fillRect/>
          </a:stretch>
        </p:blipFill>
        <p:spPr>
          <a:xfrm>
            <a:off x="21458450" y="12402458"/>
            <a:ext cx="7094445" cy="5522205"/>
          </a:xfrm>
          <a:prstGeom prst="rect">
            <a:avLst/>
          </a:prstGeom>
        </p:spPr>
      </p:pic>
      <p:sp>
        <p:nvSpPr>
          <p:cNvPr id="20" name="Text Box 523">
            <a:extLst>
              <a:ext uri="{FF2B5EF4-FFF2-40B4-BE49-F238E27FC236}">
                <a16:creationId xmlns:a16="http://schemas.microsoft.com/office/drawing/2014/main" id="{FDDD4A46-C958-8C18-B19D-DCF9A9FA0FE9}"/>
              </a:ext>
            </a:extLst>
          </p:cNvPr>
          <p:cNvSpPr txBox="1">
            <a:spLocks noChangeArrowheads="1"/>
          </p:cNvSpPr>
          <p:nvPr/>
        </p:nvSpPr>
        <p:spPr bwMode="auto">
          <a:xfrm>
            <a:off x="20302057" y="17698905"/>
            <a:ext cx="9312275" cy="1157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Inspector panel showing selected object (ID: 2, Name: Player) with live-editable transform data, physics configuration and tag system</a:t>
            </a:r>
          </a:p>
        </p:txBody>
      </p:sp>
      <p:pic>
        <p:nvPicPr>
          <p:cNvPr id="23" name="Picture 22">
            <a:extLst>
              <a:ext uri="{FF2B5EF4-FFF2-40B4-BE49-F238E27FC236}">
                <a16:creationId xmlns:a16="http://schemas.microsoft.com/office/drawing/2014/main" id="{00C93B52-835F-7366-C82F-811F3AAA997E}"/>
              </a:ext>
            </a:extLst>
          </p:cNvPr>
          <p:cNvPicPr>
            <a:picLocks noChangeAspect="1"/>
          </p:cNvPicPr>
          <p:nvPr/>
        </p:nvPicPr>
        <p:blipFill>
          <a:blip r:embed="rId9"/>
          <a:stretch>
            <a:fillRect/>
          </a:stretch>
        </p:blipFill>
        <p:spPr>
          <a:xfrm>
            <a:off x="21348337" y="19319351"/>
            <a:ext cx="7049484" cy="5020376"/>
          </a:xfrm>
          <a:prstGeom prst="rect">
            <a:avLst/>
          </a:prstGeom>
        </p:spPr>
      </p:pic>
      <p:sp>
        <p:nvSpPr>
          <p:cNvPr id="28" name="Text Box 523">
            <a:extLst>
              <a:ext uri="{FF2B5EF4-FFF2-40B4-BE49-F238E27FC236}">
                <a16:creationId xmlns:a16="http://schemas.microsoft.com/office/drawing/2014/main" id="{73F08CAB-7A3E-6D1C-152F-998497D5B220}"/>
              </a:ext>
            </a:extLst>
          </p:cNvPr>
          <p:cNvSpPr txBox="1">
            <a:spLocks noChangeArrowheads="1"/>
          </p:cNvSpPr>
          <p:nvPr/>
        </p:nvSpPr>
        <p:spPr bwMode="auto">
          <a:xfrm>
            <a:off x="20478756" y="24284153"/>
            <a:ext cx="9320212" cy="1157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Scene Manager UI providing save, load, rename and delete operations with dropdown list of available scenes</a:t>
            </a:r>
          </a:p>
        </p:txBody>
      </p:sp>
      <p:sp>
        <p:nvSpPr>
          <p:cNvPr id="29" name="Text Box 523">
            <a:extLst>
              <a:ext uri="{FF2B5EF4-FFF2-40B4-BE49-F238E27FC236}">
                <a16:creationId xmlns:a16="http://schemas.microsoft.com/office/drawing/2014/main" id="{605C2D34-FFF3-9F24-19DC-F50C460D8232}"/>
              </a:ext>
            </a:extLst>
          </p:cNvPr>
          <p:cNvSpPr txBox="1">
            <a:spLocks noChangeArrowheads="1"/>
          </p:cNvSpPr>
          <p:nvPr/>
        </p:nvSpPr>
        <p:spPr bwMode="auto">
          <a:xfrm>
            <a:off x="20337630" y="29676596"/>
            <a:ext cx="9320212" cy="1557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Stats panel confirming fixed-timestep performance: FPS 60.0, Delta Time 0.0167s with rigid body and physics state tracking</a:t>
            </a:r>
          </a:p>
        </p:txBody>
      </p:sp>
      <p:pic>
        <p:nvPicPr>
          <p:cNvPr id="31" name="Picture 30">
            <a:extLst>
              <a:ext uri="{FF2B5EF4-FFF2-40B4-BE49-F238E27FC236}">
                <a16:creationId xmlns:a16="http://schemas.microsoft.com/office/drawing/2014/main" id="{7B4CA202-EE90-B359-90B9-002F9DBA8CB9}"/>
              </a:ext>
            </a:extLst>
          </p:cNvPr>
          <p:cNvPicPr>
            <a:picLocks noChangeAspect="1"/>
          </p:cNvPicPr>
          <p:nvPr/>
        </p:nvPicPr>
        <p:blipFill>
          <a:blip r:embed="rId10"/>
          <a:stretch>
            <a:fillRect/>
          </a:stretch>
        </p:blipFill>
        <p:spPr>
          <a:xfrm>
            <a:off x="21322550" y="25868547"/>
            <a:ext cx="7094447" cy="3884798"/>
          </a:xfrm>
          <a:prstGeom prst="rect">
            <a:avLst/>
          </a:prstGeom>
        </p:spPr>
      </p:pic>
      <p:sp>
        <p:nvSpPr>
          <p:cNvPr id="2" name="Text Box 490">
            <a:extLst>
              <a:ext uri="{FF2B5EF4-FFF2-40B4-BE49-F238E27FC236}">
                <a16:creationId xmlns:a16="http://schemas.microsoft.com/office/drawing/2014/main" id="{EA53F82F-8D7C-4A8B-955F-568FD7773CD8}"/>
              </a:ext>
            </a:extLst>
          </p:cNvPr>
          <p:cNvSpPr txBox="1">
            <a:spLocks noChangeArrowheads="1"/>
          </p:cNvSpPr>
          <p:nvPr/>
        </p:nvSpPr>
        <p:spPr bwMode="auto">
          <a:xfrm>
            <a:off x="652463" y="38872378"/>
            <a:ext cx="9315450" cy="630237"/>
          </a:xfrm>
          <a:prstGeom prst="rect">
            <a:avLst/>
          </a:prstGeom>
          <a:solidFill>
            <a:srgbClr val="FF791E"/>
          </a:solidFill>
          <a:ln>
            <a:noFill/>
          </a:ln>
        </p:spPr>
        <p:txBody>
          <a:bodyPr lIns="74857" tIns="37421" rIns="74857" bIns="37421">
            <a:spAutoFit/>
          </a:bodyPr>
          <a:lstStyle>
            <a:lvl1pPr defTabSz="74930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74930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74930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7493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7493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fr-FR" sz="3600" b="1">
                <a:solidFill>
                  <a:schemeClr val="bg1"/>
                </a:solidFill>
                <a:latin typeface="Arial Narrow" panose="020B0604020202020204" pitchFamily="34" charset="0"/>
              </a:rPr>
              <a:t>References</a:t>
            </a:r>
          </a:p>
        </p:txBody>
      </p:sp>
      <p:sp>
        <p:nvSpPr>
          <p:cNvPr id="3" name="Text Box 491">
            <a:extLst>
              <a:ext uri="{FF2B5EF4-FFF2-40B4-BE49-F238E27FC236}">
                <a16:creationId xmlns:a16="http://schemas.microsoft.com/office/drawing/2014/main" id="{2B29A132-B9C8-7D15-CC2F-60A6E17792A6}"/>
              </a:ext>
            </a:extLst>
          </p:cNvPr>
          <p:cNvSpPr txBox="1">
            <a:spLocks noChangeArrowheads="1"/>
          </p:cNvSpPr>
          <p:nvPr/>
        </p:nvSpPr>
        <p:spPr bwMode="auto">
          <a:xfrm>
            <a:off x="701675" y="39502615"/>
            <a:ext cx="9318625" cy="2357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4995" tIns="374995" rIns="374995" bIns="374995">
            <a:spAutoFit/>
          </a:bodyPr>
          <a:lstStyle>
            <a:lvl1pPr defTabSz="3600450">
              <a:spcBef>
                <a:spcPct val="20000"/>
              </a:spcBef>
              <a:buChar char="•"/>
              <a:defRPr sz="2400">
                <a:solidFill>
                  <a:schemeClr val="tx2"/>
                </a:solidFill>
                <a:latin typeface="Arial" panose="020B0604020202020204" pitchFamily="34" charset="0"/>
                <a:ea typeface="MS PGothic" panose="020B0600070205080204" pitchFamily="34" charset="-128"/>
              </a:defRPr>
            </a:lvl1pPr>
            <a:lvl2pPr marL="742950" indent="-285750" defTabSz="3600450">
              <a:spcBef>
                <a:spcPct val="20000"/>
              </a:spcBef>
              <a:buChar char="–"/>
              <a:defRPr sz="2400">
                <a:solidFill>
                  <a:schemeClr val="tx2"/>
                </a:solidFill>
                <a:latin typeface="Arial" panose="020B0604020202020204" pitchFamily="34" charset="0"/>
                <a:ea typeface="MS PGothic" panose="020B0600070205080204" pitchFamily="34" charset="-128"/>
              </a:defRPr>
            </a:lvl2pPr>
            <a:lvl3pPr marL="1143000" indent="-228600" defTabSz="3600450">
              <a:spcBef>
                <a:spcPct val="20000"/>
              </a:spcBef>
              <a:buChar char="•"/>
              <a:defRPr sz="2000">
                <a:solidFill>
                  <a:schemeClr val="tx1"/>
                </a:solidFill>
                <a:latin typeface="Arial" panose="020B0604020202020204" pitchFamily="34" charset="0"/>
                <a:ea typeface="MS PGothic" panose="020B0600070205080204" pitchFamily="34" charset="-128"/>
              </a:defRPr>
            </a:lvl3pPr>
            <a:lvl4pPr marL="16002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defTabSz="360045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defTabSz="360045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fr-FR" sz="2600" dirty="0">
                <a:latin typeface="Arial Narrow" panose="020B0604020202020204" pitchFamily="34" charset="0"/>
              </a:rPr>
              <a:t>[1] GLFW Documentation. glfw.org, 2024</a:t>
            </a:r>
          </a:p>
          <a:p>
            <a:pPr eaLnBrk="1" hangingPunct="1">
              <a:spcBef>
                <a:spcPct val="0"/>
              </a:spcBef>
              <a:buFontTx/>
              <a:buNone/>
            </a:pPr>
            <a:r>
              <a:rPr lang="en-US" altLang="fr-FR" sz="2600" dirty="0">
                <a:latin typeface="Arial Narrow" panose="020B0604020202020204" pitchFamily="34" charset="0"/>
              </a:rPr>
              <a:t>[2] O. Cornut. Dear ImGui. github.com/ocornut/imgui, 2024</a:t>
            </a:r>
          </a:p>
          <a:p>
            <a:pPr eaLnBrk="1" hangingPunct="1">
              <a:spcBef>
                <a:spcPct val="0"/>
              </a:spcBef>
              <a:buFontTx/>
              <a:buNone/>
            </a:pPr>
            <a:r>
              <a:rPr lang="en-US" altLang="fr-FR" sz="2600" dirty="0">
                <a:latin typeface="Arial Narrow" panose="020B0604020202020204" pitchFamily="34" charset="0"/>
              </a:rPr>
              <a:t>[3] Unity Technologies. GameObject. docs.unity3d.com, 2024</a:t>
            </a:r>
          </a:p>
          <a:p>
            <a:pPr eaLnBrk="1" hangingPunct="1">
              <a:spcBef>
                <a:spcPct val="0"/>
              </a:spcBef>
              <a:buFontTx/>
              <a:buNone/>
            </a:pPr>
            <a:r>
              <a:rPr lang="en-US" altLang="fr-FR" sz="2600" dirty="0">
                <a:latin typeface="Arial Narrow" panose="020B0604020202020204" pitchFamily="34" charset="0"/>
              </a:rPr>
              <a:t>[4] Unity Technologies. Physics.Raycast. docs.unity3d.com, 2024</a:t>
            </a:r>
          </a:p>
        </p:txBody>
      </p:sp>
    </p:spTree>
  </p:cSld>
  <p:clrMapOvr>
    <a:masterClrMapping/>
  </p:clrMapOvr>
</p:sld>
</file>

<file path=ppt/theme/theme1.xml><?xml version="1.0" encoding="utf-8"?>
<a:theme xmlns:a="http://schemas.openxmlformats.org/drawingml/2006/main" name="Custom Design">
  <a:themeElements>
    <a:clrScheme name="Personnalisée 3">
      <a:dk1>
        <a:srgbClr val="365794"/>
      </a:dk1>
      <a:lt1>
        <a:srgbClr val="FFFFFF"/>
      </a:lt1>
      <a:dk2>
        <a:srgbClr val="000000"/>
      </a:dk2>
      <a:lt2>
        <a:srgbClr val="F4F1E9"/>
      </a:lt2>
      <a:accent1>
        <a:srgbClr val="D7D7D7"/>
      </a:accent1>
      <a:accent2>
        <a:srgbClr val="0D5667"/>
      </a:accent2>
      <a:accent3>
        <a:srgbClr val="14819B"/>
      </a:accent3>
      <a:accent4>
        <a:srgbClr val="000000"/>
      </a:accent4>
      <a:accent5>
        <a:srgbClr val="CEF0F8"/>
      </a:accent5>
      <a:accent6>
        <a:srgbClr val="BF9000"/>
      </a:accent6>
      <a:hlink>
        <a:srgbClr val="6CD3EB"/>
      </a:hlink>
      <a:folHlink>
        <a:srgbClr val="FFC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19146</TotalTime>
  <Words>963</Words>
  <Application>Microsoft Office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vt:lpstr>
      <vt:lpstr>Arial Black</vt:lpstr>
      <vt:lpstr>Arial Narrow</vt:lpstr>
      <vt:lpstr>Custom Design</vt:lpstr>
      <vt:lpstr>1_Custom Design</vt:lpstr>
      <vt:lpstr>2_Custom Design</vt:lpstr>
      <vt:lpstr>PowerPoint Presentation</vt:lpstr>
    </vt:vector>
  </TitlesOfParts>
  <Manager/>
  <Company>ATU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 Portrait Poster Template</dc:title>
  <dc:subject/>
  <dc:creator/>
  <cp:keywords/>
  <dc:description/>
  <cp:lastModifiedBy>BRIAN WALSH - STUDENT</cp:lastModifiedBy>
  <cp:revision>256</cp:revision>
  <cp:lastPrinted>2009-11-10T08:04:03Z</cp:lastPrinted>
  <dcterms:created xsi:type="dcterms:W3CDTF">2009-11-10T07:29:27Z</dcterms:created>
  <dcterms:modified xsi:type="dcterms:W3CDTF">2026-04-23T18:43:23Z</dcterms:modified>
  <cp:category>Software Development</cp:category>
</cp:coreProperties>
</file>